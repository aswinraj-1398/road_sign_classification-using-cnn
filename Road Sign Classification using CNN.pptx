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4"/>
  </p:sldMasterIdLst>
  <p:notesMasterIdLst>
    <p:notesMasterId r:id="rId16"/>
  </p:notesMasterIdLst>
  <p:handoutMasterIdLst>
    <p:handoutMasterId r:id="rId17"/>
  </p:handoutMasterIdLst>
  <p:sldIdLst>
    <p:sldId id="278" r:id="rId5"/>
    <p:sldId id="282" r:id="rId6"/>
    <p:sldId id="284" r:id="rId7"/>
    <p:sldId id="286" r:id="rId8"/>
    <p:sldId id="287" r:id="rId9"/>
    <p:sldId id="289" r:id="rId10"/>
    <p:sldId id="290" r:id="rId11"/>
    <p:sldId id="296" r:id="rId12"/>
    <p:sldId id="294" r:id="rId13"/>
    <p:sldId id="295" r:id="rId14"/>
    <p:sldId id="292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840">
          <p15:clr>
            <a:srgbClr val="F26B43"/>
          </p15:clr>
        </p15:guide>
        <p15:guide id="3" orient="horz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7CCFA7E-1A9C-45D3-B362-5D66F0A5081B}" v="53" dt="2025-04-07T03:14:25.840"/>
  </p1510:revLst>
</p1510:revInfo>
</file>

<file path=ppt/tableStyles.xml><?xml version="1.0" encoding="utf-8"?>
<a:tblStyleLst xmlns:a="http://schemas.openxmlformats.org/drawingml/2006/main" def="{72833802-FEF1-4C79-8D5D-14CF1EAF98D9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388" autoAdjust="0"/>
  </p:normalViewPr>
  <p:slideViewPr>
    <p:cSldViewPr snapToGrid="0">
      <p:cViewPr varScale="1">
        <p:scale>
          <a:sx n="54" d="100"/>
          <a:sy n="54" d="100"/>
        </p:scale>
        <p:origin x="1286" y="58"/>
      </p:cViewPr>
      <p:guideLst>
        <p:guide pos="3840"/>
        <p:guide orient="horz" pos="2160"/>
      </p:guideLst>
    </p:cSldViewPr>
  </p:slideViewPr>
  <p:outlineViewPr>
    <p:cViewPr>
      <p:scale>
        <a:sx n="33" d="100"/>
        <a:sy n="33" d="100"/>
      </p:scale>
      <p:origin x="0" y="-432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757"/>
    </p:cViewPr>
  </p:sorterViewPr>
  <p:notesViewPr>
    <p:cSldViewPr snapToGrid="0">
      <p:cViewPr varScale="1">
        <p:scale>
          <a:sx n="67" d="100"/>
          <a:sy n="67" d="100"/>
        </p:scale>
        <p:origin x="312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win_Raj V.P" userId="419ae5d94120ec2f" providerId="LiveId" clId="{37CCFA7E-1A9C-45D3-B362-5D66F0A5081B}"/>
    <pc:docChg chg="undo custSel addSld delSld modSld sldOrd">
      <pc:chgData name="Aswin_Raj V.P" userId="419ae5d94120ec2f" providerId="LiveId" clId="{37CCFA7E-1A9C-45D3-B362-5D66F0A5081B}" dt="2025-04-07T05:51:28.539" v="530" actId="1076"/>
      <pc:docMkLst>
        <pc:docMk/>
      </pc:docMkLst>
      <pc:sldChg chg="addSp delSp modSp mod modClrScheme chgLayout">
        <pc:chgData name="Aswin_Raj V.P" userId="419ae5d94120ec2f" providerId="LiveId" clId="{37CCFA7E-1A9C-45D3-B362-5D66F0A5081B}" dt="2025-04-03T02:59:45.063" v="420" actId="1038"/>
        <pc:sldMkLst>
          <pc:docMk/>
          <pc:sldMk cId="2803092014" sldId="278"/>
        </pc:sldMkLst>
        <pc:spChg chg="add mod">
          <ac:chgData name="Aswin_Raj V.P" userId="419ae5d94120ec2f" providerId="LiveId" clId="{37CCFA7E-1A9C-45D3-B362-5D66F0A5081B}" dt="2025-04-03T02:59:45.063" v="420" actId="1038"/>
          <ac:spMkLst>
            <pc:docMk/>
            <pc:sldMk cId="2803092014" sldId="278"/>
            <ac:spMk id="2" creationId="{2C24E506-2AE9-57F2-CDE9-76C4809FE714}"/>
          </ac:spMkLst>
        </pc:spChg>
        <pc:spChg chg="mod ord">
          <ac:chgData name="Aswin_Raj V.P" userId="419ae5d94120ec2f" providerId="LiveId" clId="{37CCFA7E-1A9C-45D3-B362-5D66F0A5081B}" dt="2025-04-02T23:11:32.506" v="0" actId="700"/>
          <ac:spMkLst>
            <pc:docMk/>
            <pc:sldMk cId="2803092014" sldId="278"/>
            <ac:spMk id="4" creationId="{10047101-8D42-6100-9CEA-AEC0FAEAB606}"/>
          </ac:spMkLst>
        </pc:spChg>
      </pc:sldChg>
      <pc:sldChg chg="modSp mod">
        <pc:chgData name="Aswin_Raj V.P" userId="419ae5d94120ec2f" providerId="LiveId" clId="{37CCFA7E-1A9C-45D3-B362-5D66F0A5081B}" dt="2025-04-03T02:35:58.164" v="16" actId="403"/>
        <pc:sldMkLst>
          <pc:docMk/>
          <pc:sldMk cId="2665045518" sldId="282"/>
        </pc:sldMkLst>
        <pc:spChg chg="mod">
          <ac:chgData name="Aswin_Raj V.P" userId="419ae5d94120ec2f" providerId="LiveId" clId="{37CCFA7E-1A9C-45D3-B362-5D66F0A5081B}" dt="2025-04-03T02:35:58.164" v="16" actId="403"/>
          <ac:spMkLst>
            <pc:docMk/>
            <pc:sldMk cId="2665045518" sldId="282"/>
            <ac:spMk id="3" creationId="{1ABCA07C-1908-B1EB-82FA-EC63DAAF4CF4}"/>
          </ac:spMkLst>
        </pc:spChg>
      </pc:sldChg>
      <pc:sldChg chg="addSp modSp mod">
        <pc:chgData name="Aswin_Raj V.P" userId="419ae5d94120ec2f" providerId="LiveId" clId="{37CCFA7E-1A9C-45D3-B362-5D66F0A5081B}" dt="2025-04-06T23:37:36.924" v="494" actId="14826"/>
        <pc:sldMkLst>
          <pc:docMk/>
          <pc:sldMk cId="652841706" sldId="284"/>
        </pc:sldMkLst>
        <pc:spChg chg="mod">
          <ac:chgData name="Aswin_Raj V.P" userId="419ae5d94120ec2f" providerId="LiveId" clId="{37CCFA7E-1A9C-45D3-B362-5D66F0A5081B}" dt="2025-04-03T02:36:57.149" v="22" actId="20577"/>
          <ac:spMkLst>
            <pc:docMk/>
            <pc:sldMk cId="652841706" sldId="284"/>
            <ac:spMk id="2" creationId="{1C72343A-9CB0-F2AD-EF62-5DEE3E97F956}"/>
          </ac:spMkLst>
        </pc:spChg>
        <pc:spChg chg="mod">
          <ac:chgData name="Aswin_Raj V.P" userId="419ae5d94120ec2f" providerId="LiveId" clId="{37CCFA7E-1A9C-45D3-B362-5D66F0A5081B}" dt="2025-04-03T03:40:57.877" v="481" actId="20577"/>
          <ac:spMkLst>
            <pc:docMk/>
            <pc:sldMk cId="652841706" sldId="284"/>
            <ac:spMk id="3" creationId="{1C6744DD-5BC8-42C8-4313-13CE95ED575B}"/>
          </ac:spMkLst>
        </pc:spChg>
        <pc:picChg chg="add mod">
          <ac:chgData name="Aswin_Raj V.P" userId="419ae5d94120ec2f" providerId="LiveId" clId="{37CCFA7E-1A9C-45D3-B362-5D66F0A5081B}" dt="2025-04-06T23:37:36.924" v="494" actId="14826"/>
          <ac:picMkLst>
            <pc:docMk/>
            <pc:sldMk cId="652841706" sldId="284"/>
            <ac:picMk id="5" creationId="{FE983894-7412-2C34-3EE2-CA716040DCA9}"/>
          </ac:picMkLst>
        </pc:picChg>
      </pc:sldChg>
      <pc:sldChg chg="addSp delSp modSp mod">
        <pc:chgData name="Aswin_Raj V.P" userId="419ae5d94120ec2f" providerId="LiveId" clId="{37CCFA7E-1A9C-45D3-B362-5D66F0A5081B}" dt="2025-04-03T02:42:10.795" v="247" actId="20577"/>
        <pc:sldMkLst>
          <pc:docMk/>
          <pc:sldMk cId="233018862" sldId="286"/>
        </pc:sldMkLst>
        <pc:spChg chg="mod">
          <ac:chgData name="Aswin_Raj V.P" userId="419ae5d94120ec2f" providerId="LiveId" clId="{37CCFA7E-1A9C-45D3-B362-5D66F0A5081B}" dt="2025-04-03T02:42:10.795" v="247" actId="20577"/>
          <ac:spMkLst>
            <pc:docMk/>
            <pc:sldMk cId="233018862" sldId="286"/>
            <ac:spMk id="8" creationId="{15A673B3-D100-7859-E3D7-3F6E32FE065E}"/>
          </ac:spMkLst>
        </pc:spChg>
      </pc:sldChg>
      <pc:sldChg chg="delSp modSp mod">
        <pc:chgData name="Aswin_Raj V.P" userId="419ae5d94120ec2f" providerId="LiveId" clId="{37CCFA7E-1A9C-45D3-B362-5D66F0A5081B}" dt="2025-04-03T03:19:46.016" v="428" actId="6549"/>
        <pc:sldMkLst>
          <pc:docMk/>
          <pc:sldMk cId="3353460760" sldId="287"/>
        </pc:sldMkLst>
        <pc:spChg chg="mod">
          <ac:chgData name="Aswin_Raj V.P" userId="419ae5d94120ec2f" providerId="LiveId" clId="{37CCFA7E-1A9C-45D3-B362-5D66F0A5081B}" dt="2025-04-03T03:19:46.016" v="428" actId="6549"/>
          <ac:spMkLst>
            <pc:docMk/>
            <pc:sldMk cId="3353460760" sldId="287"/>
            <ac:spMk id="6" creationId="{9BE7E655-DBBE-1E38-D543-EB34028F2F2B}"/>
          </ac:spMkLst>
        </pc:spChg>
      </pc:sldChg>
      <pc:sldChg chg="addSp delSp modSp mod">
        <pc:chgData name="Aswin_Raj V.P" userId="419ae5d94120ec2f" providerId="LiveId" clId="{37CCFA7E-1A9C-45D3-B362-5D66F0A5081B}" dt="2025-04-03T04:35:02.411" v="491" actId="20577"/>
        <pc:sldMkLst>
          <pc:docMk/>
          <pc:sldMk cId="314440392" sldId="289"/>
        </pc:sldMkLst>
        <pc:spChg chg="add mod">
          <ac:chgData name="Aswin_Raj V.P" userId="419ae5d94120ec2f" providerId="LiveId" clId="{37CCFA7E-1A9C-45D3-B362-5D66F0A5081B}" dt="2025-04-03T04:35:02.411" v="491" actId="20577"/>
          <ac:spMkLst>
            <pc:docMk/>
            <pc:sldMk cId="314440392" sldId="289"/>
            <ac:spMk id="6" creationId="{D4BD3FDD-74FB-D91A-1BFF-09601C208D27}"/>
          </ac:spMkLst>
        </pc:spChg>
      </pc:sldChg>
      <pc:sldChg chg="addSp delSp modSp mod">
        <pc:chgData name="Aswin_Raj V.P" userId="419ae5d94120ec2f" providerId="LiveId" clId="{37CCFA7E-1A9C-45D3-B362-5D66F0A5081B}" dt="2025-04-07T03:14:25.840" v="527" actId="14826"/>
        <pc:sldMkLst>
          <pc:docMk/>
          <pc:sldMk cId="118667928" sldId="290"/>
        </pc:sldMkLst>
        <pc:spChg chg="mod">
          <ac:chgData name="Aswin_Raj V.P" userId="419ae5d94120ec2f" providerId="LiveId" clId="{37CCFA7E-1A9C-45D3-B362-5D66F0A5081B}" dt="2025-04-03T02:49:39.045" v="299" actId="403"/>
          <ac:spMkLst>
            <pc:docMk/>
            <pc:sldMk cId="118667928" sldId="290"/>
            <ac:spMk id="2" creationId="{5D030A76-B788-B363-104E-266B7C7F7208}"/>
          </ac:spMkLst>
        </pc:spChg>
        <pc:spChg chg="mod">
          <ac:chgData name="Aswin_Raj V.P" userId="419ae5d94120ec2f" providerId="LiveId" clId="{37CCFA7E-1A9C-45D3-B362-5D66F0A5081B}" dt="2025-04-03T02:43:33.612" v="253" actId="6549"/>
          <ac:spMkLst>
            <pc:docMk/>
            <pc:sldMk cId="118667928" sldId="290"/>
            <ac:spMk id="3" creationId="{05948542-FCE1-3AE6-C6C9-17975609DF70}"/>
          </ac:spMkLst>
        </pc:spChg>
        <pc:picChg chg="add mod">
          <ac:chgData name="Aswin_Raj V.P" userId="419ae5d94120ec2f" providerId="LiveId" clId="{37CCFA7E-1A9C-45D3-B362-5D66F0A5081B}" dt="2025-04-07T03:14:25.840" v="527" actId="14826"/>
          <ac:picMkLst>
            <pc:docMk/>
            <pc:sldMk cId="118667928" sldId="290"/>
            <ac:picMk id="5" creationId="{369FC652-3F0C-BD23-88EF-A7E04BC2ACBC}"/>
          </ac:picMkLst>
        </pc:picChg>
      </pc:sldChg>
      <pc:sldChg chg="delSp del mod">
        <pc:chgData name="Aswin_Raj V.P" userId="419ae5d94120ec2f" providerId="LiveId" clId="{37CCFA7E-1A9C-45D3-B362-5D66F0A5081B}" dt="2025-04-03T02:54:35.945" v="305" actId="47"/>
        <pc:sldMkLst>
          <pc:docMk/>
          <pc:sldMk cId="849465297" sldId="291"/>
        </pc:sldMkLst>
      </pc:sldChg>
      <pc:sldChg chg="addSp delSp modSp del mod">
        <pc:chgData name="Aswin_Raj V.P" userId="419ae5d94120ec2f" providerId="LiveId" clId="{37CCFA7E-1A9C-45D3-B362-5D66F0A5081B}" dt="2025-04-02T23:13:27.277" v="12" actId="47"/>
        <pc:sldMkLst>
          <pc:docMk/>
          <pc:sldMk cId="2838946087" sldId="293"/>
        </pc:sldMkLst>
      </pc:sldChg>
      <pc:sldChg chg="ord">
        <pc:chgData name="Aswin_Raj V.P" userId="419ae5d94120ec2f" providerId="LiveId" clId="{37CCFA7E-1A9C-45D3-B362-5D66F0A5081B}" dt="2025-04-03T03:07:17.706" v="422"/>
        <pc:sldMkLst>
          <pc:docMk/>
          <pc:sldMk cId="3052141232" sldId="294"/>
        </pc:sldMkLst>
      </pc:sldChg>
      <pc:sldChg chg="addSp delSp modSp new mod">
        <pc:chgData name="Aswin_Raj V.P" userId="419ae5d94120ec2f" providerId="LiveId" clId="{37CCFA7E-1A9C-45D3-B362-5D66F0A5081B}" dt="2025-04-07T05:51:28.539" v="530" actId="1076"/>
        <pc:sldMkLst>
          <pc:docMk/>
          <pc:sldMk cId="1367232068" sldId="296"/>
        </pc:sldMkLst>
        <pc:spChg chg="mod">
          <ac:chgData name="Aswin_Raj V.P" userId="419ae5d94120ec2f" providerId="LiveId" clId="{37CCFA7E-1A9C-45D3-B362-5D66F0A5081B}" dt="2025-04-03T02:57:07.794" v="320" actId="20577"/>
          <ac:spMkLst>
            <pc:docMk/>
            <pc:sldMk cId="1367232068" sldId="296"/>
            <ac:spMk id="2" creationId="{3412D51A-E939-37C6-9230-A1B53DA49541}"/>
          </ac:spMkLst>
        </pc:spChg>
        <pc:picChg chg="add mod">
          <ac:chgData name="Aswin_Raj V.P" userId="419ae5d94120ec2f" providerId="LiveId" clId="{37CCFA7E-1A9C-45D3-B362-5D66F0A5081B}" dt="2025-04-06T23:40:38.113" v="525" actId="1076"/>
          <ac:picMkLst>
            <pc:docMk/>
            <pc:sldMk cId="1367232068" sldId="296"/>
            <ac:picMk id="4" creationId="{202B45AC-A694-4EF4-3F56-461C21506AC6}"/>
          </ac:picMkLst>
        </pc:picChg>
        <pc:picChg chg="add mod">
          <ac:chgData name="Aswin_Raj V.P" userId="419ae5d94120ec2f" providerId="LiveId" clId="{37CCFA7E-1A9C-45D3-B362-5D66F0A5081B}" dt="2025-04-07T05:51:27.489" v="529" actId="1076"/>
          <ac:picMkLst>
            <pc:docMk/>
            <pc:sldMk cId="1367232068" sldId="296"/>
            <ac:picMk id="5" creationId="{C569E038-CF77-484A-E6E8-A0B850A63441}"/>
          </ac:picMkLst>
        </pc:picChg>
        <pc:picChg chg="add del mod">
          <ac:chgData name="Aswin_Raj V.P" userId="419ae5d94120ec2f" providerId="LiveId" clId="{37CCFA7E-1A9C-45D3-B362-5D66F0A5081B}" dt="2025-04-07T05:51:28.539" v="530" actId="1076"/>
          <ac:picMkLst>
            <pc:docMk/>
            <pc:sldMk cId="1367232068" sldId="296"/>
            <ac:picMk id="7" creationId="{5C3F842F-E879-56F2-B2E0-DD019E680BFB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5F4DCF1-ECAF-F7A7-2FE7-5E8E893BC44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C1330B0-5BAC-7408-8C3C-78D8336840E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17BC71B-6527-4638-937B-C93EB849CB02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D7EEB3-E0A5-7440-F7ED-F59975ED1E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48D11-7466-6432-3BF5-64A1A1FA59C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A70580-B89C-4157-871D-6B9318EE5F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3157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5465A2-8C9C-419F-9FD8-234480873777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AF00E9-A49D-4007-B3B9-A3783809E50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69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223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06498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7899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7AF00E9-A49D-4007-B3B9-A3783809E505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04889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577394-0A20-4CF6-9066-CFC2C1C9D3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9149" y="389840"/>
            <a:ext cx="8281987" cy="2954655"/>
          </a:xfrm>
        </p:spPr>
        <p:txBody>
          <a:bodyPr anchor="t" anchorCtr="0">
            <a:normAutofit/>
          </a:bodyPr>
          <a:lstStyle>
            <a:lvl1pPr algn="l">
              <a:lnSpc>
                <a:spcPct val="100000"/>
              </a:lnSpc>
              <a:defRPr sz="6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F10971F-8922-4B23-9C80-0643D7E350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9149" y="3536951"/>
            <a:ext cx="8281989" cy="2555874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1BC074-1090-47AF-BDE8-3859BF574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D6522F-D41A-4734-8BD1-BD6E5A37D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4D4206-406C-42A3-BBD4-44C043180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2184FF4-7029-4ED7-813A-192E60608764}"/>
              </a:ext>
            </a:extLst>
          </p:cNvPr>
          <p:cNvSpPr>
            <a:spLocks noChangeAspect="1"/>
          </p:cNvSpPr>
          <p:nvPr/>
        </p:nvSpPr>
        <p:spPr>
          <a:xfrm rot="2700000">
            <a:off x="612445" y="481888"/>
            <a:ext cx="1080000" cy="1262947"/>
          </a:xfrm>
          <a:custGeom>
            <a:avLst/>
            <a:gdLst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0 w 1080000"/>
              <a:gd name="connsiteY9" fmla="*/ 931034 h 1262947"/>
              <a:gd name="connsiteX0" fmla="*/ 540000 w 1080000"/>
              <a:gd name="connsiteY0" fmla="*/ 0 h 1262947"/>
              <a:gd name="connsiteX1" fmla="*/ 1080000 w 1080000"/>
              <a:gd name="connsiteY1" fmla="*/ 931034 h 1262947"/>
              <a:gd name="connsiteX2" fmla="*/ 1064374 w 1080000"/>
              <a:gd name="connsiteY2" fmla="*/ 931034 h 1262947"/>
              <a:gd name="connsiteX3" fmla="*/ 1069029 w 1080000"/>
              <a:gd name="connsiteY3" fmla="*/ 938533 h 1262947"/>
              <a:gd name="connsiteX4" fmla="*/ 1080000 w 1080000"/>
              <a:gd name="connsiteY4" fmla="*/ 992947 h 1262947"/>
              <a:gd name="connsiteX5" fmla="*/ 540000 w 1080000"/>
              <a:gd name="connsiteY5" fmla="*/ 1262947 h 1262947"/>
              <a:gd name="connsiteX6" fmla="*/ 0 w 1080000"/>
              <a:gd name="connsiteY6" fmla="*/ 992947 h 1262947"/>
              <a:gd name="connsiteX7" fmla="*/ 10971 w 1080000"/>
              <a:gd name="connsiteY7" fmla="*/ 938533 h 1262947"/>
              <a:gd name="connsiteX8" fmla="*/ 15626 w 1080000"/>
              <a:gd name="connsiteY8" fmla="*/ 931034 h 1262947"/>
              <a:gd name="connsiteX9" fmla="*/ 540000 w 1080000"/>
              <a:gd name="connsiteY9" fmla="*/ 0 h 1262947"/>
              <a:gd name="connsiteX0" fmla="*/ 540000 w 1080000"/>
              <a:gd name="connsiteY0" fmla="*/ 0 h 1262947"/>
              <a:gd name="connsiteX1" fmla="*/ 1064374 w 1080000"/>
              <a:gd name="connsiteY1" fmla="*/ 931034 h 1262947"/>
              <a:gd name="connsiteX2" fmla="*/ 1069029 w 1080000"/>
              <a:gd name="connsiteY2" fmla="*/ 938533 h 1262947"/>
              <a:gd name="connsiteX3" fmla="*/ 1080000 w 1080000"/>
              <a:gd name="connsiteY3" fmla="*/ 992947 h 1262947"/>
              <a:gd name="connsiteX4" fmla="*/ 540000 w 1080000"/>
              <a:gd name="connsiteY4" fmla="*/ 1262947 h 1262947"/>
              <a:gd name="connsiteX5" fmla="*/ 0 w 1080000"/>
              <a:gd name="connsiteY5" fmla="*/ 992947 h 1262947"/>
              <a:gd name="connsiteX6" fmla="*/ 10971 w 1080000"/>
              <a:gd name="connsiteY6" fmla="*/ 938533 h 1262947"/>
              <a:gd name="connsiteX7" fmla="*/ 15626 w 1080000"/>
              <a:gd name="connsiteY7" fmla="*/ 931034 h 1262947"/>
              <a:gd name="connsiteX8" fmla="*/ 540000 w 1080000"/>
              <a:gd name="connsiteY8" fmla="*/ 0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080000" h="1262947">
                <a:moveTo>
                  <a:pt x="540000" y="0"/>
                </a:moveTo>
                <a:lnTo>
                  <a:pt x="1064374" y="931034"/>
                </a:lnTo>
                <a:lnTo>
                  <a:pt x="1069029" y="938533"/>
                </a:lnTo>
                <a:cubicBezTo>
                  <a:pt x="1076223" y="956109"/>
                  <a:pt x="1080000" y="974307"/>
                  <a:pt x="1080000" y="992947"/>
                </a:cubicBezTo>
                <a:cubicBezTo>
                  <a:pt x="1080000" y="1142064"/>
                  <a:pt x="838234" y="1262947"/>
                  <a:pt x="540000" y="1262947"/>
                </a:cubicBez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lnTo>
                  <a:pt x="540000" y="0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600000" scaled="0"/>
          </a:gradFill>
          <a:ln>
            <a:noFill/>
          </a:ln>
          <a:effectLst>
            <a:innerShdw blurRad="254000" dist="101600" dir="27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AA7AB09-557C-41AD-9113-FF9F68FA1035}"/>
              </a:ext>
            </a:extLst>
          </p:cNvPr>
          <p:cNvSpPr/>
          <p:nvPr/>
        </p:nvSpPr>
        <p:spPr>
          <a:xfrm rot="8100000">
            <a:off x="626845" y="828962"/>
            <a:ext cx="540000" cy="1080000"/>
          </a:xfrm>
          <a:prstGeom prst="ellipse">
            <a:avLst/>
          </a:prstGeom>
          <a:gradFill>
            <a:gsLst>
              <a:gs pos="100000">
                <a:schemeClr val="bg2">
                  <a:lumMod val="90000"/>
                  <a:lumOff val="10000"/>
                </a:schemeClr>
              </a:gs>
              <a:gs pos="50000">
                <a:schemeClr val="bg2">
                  <a:lumMod val="95000"/>
                  <a:lumOff val="5000"/>
                </a:schemeClr>
              </a:gs>
            </a:gsLst>
            <a:lin ang="5400000" scaled="0"/>
          </a:gra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EF99ECAA-1F11-4937-BBA6-51935AB44C9D}"/>
              </a:ext>
            </a:extLst>
          </p:cNvPr>
          <p:cNvSpPr>
            <a:spLocks noChangeAspect="1"/>
          </p:cNvSpPr>
          <p:nvPr/>
        </p:nvSpPr>
        <p:spPr>
          <a:xfrm>
            <a:off x="1800802" y="247285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79DE9FAB-6BBA-4CFE-B67D-77B47F01ECA4}"/>
              </a:ext>
            </a:extLst>
          </p:cNvPr>
          <p:cNvGrpSpPr/>
          <p:nvPr/>
        </p:nvGrpSpPr>
        <p:grpSpPr>
          <a:xfrm>
            <a:off x="1329952" y="4524379"/>
            <a:ext cx="1980001" cy="1363916"/>
            <a:chOff x="4879602" y="3781429"/>
            <a:chExt cx="1980001" cy="1363916"/>
          </a:xfrm>
        </p:grpSpPr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79FAC916-D9BB-4794-81B4-7C47C67E850D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5005634" y="4191206"/>
              <a:ext cx="1853969" cy="926985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254000" dist="50800" dir="16200000">
                <a:schemeClr val="accent1">
                  <a:lumMod val="40000"/>
                  <a:lumOff val="6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B5CA2231-7A65-4D16-8400-A210CC41DB73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957101" y="4052255"/>
              <a:ext cx="1853969" cy="1093090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40000"/>
              </a:schemeClr>
            </a:solidFill>
            <a:ln>
              <a:noFill/>
            </a:ln>
            <a:effectLst>
              <a:softEdge rad="1905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4B089C8C-B82B-4704-88E2-E857A5E21529}"/>
                </a:ext>
              </a:extLst>
            </p:cNvPr>
            <p:cNvSpPr/>
            <p:nvPr/>
          </p:nvSpPr>
          <p:spPr>
            <a:xfrm rot="13500000" flipV="1">
              <a:off x="6040374" y="3601683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34B90C8-5B4D-456E-AD99-80EF748FDD72}"/>
                </a:ext>
              </a:extLst>
            </p:cNvPr>
            <p:cNvSpPr/>
            <p:nvPr/>
          </p:nvSpPr>
          <p:spPr>
            <a:xfrm rot="13500000" flipV="1">
              <a:off x="5059348" y="4582709"/>
              <a:ext cx="107098" cy="466589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93626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1600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0863" y="2113199"/>
            <a:ext cx="11090274" cy="39796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223463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4644CBB8-40B8-42F8-9172-07A476341DDA}"/>
              </a:ext>
            </a:extLst>
          </p:cNvPr>
          <p:cNvGrpSpPr/>
          <p:nvPr/>
        </p:nvGrpSpPr>
        <p:grpSpPr>
          <a:xfrm>
            <a:off x="356481" y="879007"/>
            <a:ext cx="734257" cy="760506"/>
            <a:chOff x="5243759" y="1363788"/>
            <a:chExt cx="734257" cy="760506"/>
          </a:xfrm>
        </p:grpSpPr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35CE073E-302A-4AA7-98C7-8667DDDCFA18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0" name="Freeform 6">
              <a:extLst>
                <a:ext uri="{FF2B5EF4-FFF2-40B4-BE49-F238E27FC236}">
                  <a16:creationId xmlns:a16="http://schemas.microsoft.com/office/drawing/2014/main" id="{4FD1AE2F-DD70-4E93-B905-E052A23F0B1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1" name="Freeform 8">
              <a:extLst>
                <a:ext uri="{FF2B5EF4-FFF2-40B4-BE49-F238E27FC236}">
                  <a16:creationId xmlns:a16="http://schemas.microsoft.com/office/drawing/2014/main" id="{E8D529E5-8838-47F0-98A4-2D46F11E499C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5DA2564-D3DB-48AD-83F0-6CC6B57439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563" y="474345"/>
            <a:ext cx="11077574" cy="2954655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64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403DDF-462A-45CE-931B-010AB4F73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E10702-2ACF-4768-9E91-8CB87B8959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DFA722-391E-4FCF-8E15-0D7E2EC02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EA752-36DA-440B-8747-0EB2914080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66271" y="3629772"/>
            <a:ext cx="11074866" cy="2678953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0"/>
              </a:spcBef>
              <a:buNone/>
              <a:defRPr sz="2400">
                <a:solidFill>
                  <a:schemeClr val="tx1">
                    <a:alpha val="8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0BCC02B0-8581-4752-B7BC-3CE1EF17B9F7}"/>
              </a:ext>
            </a:extLst>
          </p:cNvPr>
          <p:cNvSpPr>
            <a:spLocks noChangeAspect="1"/>
          </p:cNvSpPr>
          <p:nvPr/>
        </p:nvSpPr>
        <p:spPr>
          <a:xfrm rot="18900000">
            <a:off x="11209132" y="4448189"/>
            <a:ext cx="999200" cy="1262947"/>
          </a:xfrm>
          <a:custGeom>
            <a:avLst/>
            <a:gdLst>
              <a:gd name="connsiteX0" fmla="*/ 540000 w 999200"/>
              <a:gd name="connsiteY0" fmla="*/ 0 h 1262947"/>
              <a:gd name="connsiteX1" fmla="*/ 999200 w 999200"/>
              <a:gd name="connsiteY1" fmla="*/ 815317 h 1262947"/>
              <a:gd name="connsiteX2" fmla="*/ 552185 w 999200"/>
              <a:gd name="connsiteY2" fmla="*/ 1262333 h 1262947"/>
              <a:gd name="connsiteX3" fmla="*/ 540000 w 999200"/>
              <a:gd name="connsiteY3" fmla="*/ 1262947 h 1262947"/>
              <a:gd name="connsiteX4" fmla="*/ 0 w 999200"/>
              <a:gd name="connsiteY4" fmla="*/ 992947 h 1262947"/>
              <a:gd name="connsiteX5" fmla="*/ 10971 w 999200"/>
              <a:gd name="connsiteY5" fmla="*/ 938533 h 1262947"/>
              <a:gd name="connsiteX6" fmla="*/ 15626 w 999200"/>
              <a:gd name="connsiteY6" fmla="*/ 931034 h 12629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99200" h="1262947">
                <a:moveTo>
                  <a:pt x="540000" y="0"/>
                </a:moveTo>
                <a:lnTo>
                  <a:pt x="999200" y="815317"/>
                </a:lnTo>
                <a:lnTo>
                  <a:pt x="552185" y="1262333"/>
                </a:lnTo>
                <a:lnTo>
                  <a:pt x="540000" y="1262947"/>
                </a:lnTo>
                <a:cubicBezTo>
                  <a:pt x="241766" y="1262947"/>
                  <a:pt x="0" y="1142064"/>
                  <a:pt x="0" y="992947"/>
                </a:cubicBezTo>
                <a:cubicBezTo>
                  <a:pt x="0" y="974307"/>
                  <a:pt x="3778" y="956109"/>
                  <a:pt x="10971" y="938533"/>
                </a:cubicBezTo>
                <a:lnTo>
                  <a:pt x="15626" y="931034"/>
                </a:lnTo>
                <a:close/>
              </a:path>
            </a:pathLst>
          </a:custGeom>
          <a:gradFill>
            <a:gsLst>
              <a:gs pos="60000">
                <a:schemeClr val="bg2">
                  <a:lumMod val="90000"/>
                  <a:lumOff val="10000"/>
                </a:schemeClr>
              </a:gs>
              <a:gs pos="30000">
                <a:schemeClr val="bg2">
                  <a:lumMod val="90000"/>
                  <a:lumOff val="10000"/>
                </a:schemeClr>
              </a:gs>
              <a:gs pos="40000">
                <a:schemeClr val="bg2">
                  <a:lumMod val="75000"/>
                  <a:lumOff val="25000"/>
                </a:schemeClr>
              </a:gs>
              <a:gs pos="100000">
                <a:schemeClr val="bg2"/>
              </a:gs>
            </a:gsLst>
            <a:lin ang="10200000" scaled="0"/>
          </a:gradFill>
          <a:ln>
            <a:noFill/>
          </a:ln>
          <a:effectLst>
            <a:innerShdw blurRad="254000" dist="101600" dir="4200000">
              <a:schemeClr val="accent1">
                <a:lumMod val="60000"/>
                <a:lumOff val="40000"/>
                <a:alpha val="4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A0FF4DB-8180-4D26-AEAE-7ECDB670F71D}"/>
              </a:ext>
            </a:extLst>
          </p:cNvPr>
          <p:cNvSpPr/>
          <p:nvPr/>
        </p:nvSpPr>
        <p:spPr>
          <a:xfrm rot="2700000">
            <a:off x="11686937" y="4853516"/>
            <a:ext cx="540000" cy="978284"/>
          </a:xfrm>
          <a:custGeom>
            <a:avLst/>
            <a:gdLst>
              <a:gd name="connsiteX0" fmla="*/ 113288 w 540000"/>
              <a:gd name="connsiteY0" fmla="*/ 0 h 978284"/>
              <a:gd name="connsiteX1" fmla="*/ 539386 w 540000"/>
              <a:gd name="connsiteY1" fmla="*/ 426099 h 978284"/>
              <a:gd name="connsiteX2" fmla="*/ 540000 w 540000"/>
              <a:gd name="connsiteY2" fmla="*/ 438284 h 978284"/>
              <a:gd name="connsiteX3" fmla="*/ 270000 w 540000"/>
              <a:gd name="connsiteY3" fmla="*/ 978284 h 978284"/>
              <a:gd name="connsiteX4" fmla="*/ 0 w 540000"/>
              <a:gd name="connsiteY4" fmla="*/ 438284 h 978284"/>
              <a:gd name="connsiteX5" fmla="*/ 79081 w 540000"/>
              <a:gd name="connsiteY5" fmla="*/ 56446 h 9782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0000" h="978284">
                <a:moveTo>
                  <a:pt x="113288" y="0"/>
                </a:moveTo>
                <a:lnTo>
                  <a:pt x="539386" y="426099"/>
                </a:lnTo>
                <a:lnTo>
                  <a:pt x="540000" y="438284"/>
                </a:lnTo>
                <a:cubicBezTo>
                  <a:pt x="540000" y="736518"/>
                  <a:pt x="419117" y="978284"/>
                  <a:pt x="270000" y="978284"/>
                </a:cubicBezTo>
                <a:cubicBezTo>
                  <a:pt x="120883" y="978284"/>
                  <a:pt x="0" y="736518"/>
                  <a:pt x="0" y="438284"/>
                </a:cubicBezTo>
                <a:cubicBezTo>
                  <a:pt x="0" y="289167"/>
                  <a:pt x="30220" y="154167"/>
                  <a:pt x="79081" y="56446"/>
                </a:cubicBezTo>
                <a:close/>
              </a:path>
            </a:pathLst>
          </a:cu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656506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4" cy="1332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362910-87AA-4E67-992D-8D4822FD89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05538" y="2097175"/>
            <a:ext cx="5435600" cy="3995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8935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FD65A50E-2F73-4426-8586-9731AFA2D2E0}"/>
              </a:ext>
            </a:extLst>
          </p:cNvPr>
          <p:cNvSpPr>
            <a:spLocks noChangeAspect="1"/>
          </p:cNvSpPr>
          <p:nvPr/>
        </p:nvSpPr>
        <p:spPr>
          <a:xfrm>
            <a:off x="11091612" y="5893466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89C080-4102-49AE-BDA9-59A4A67E2486}"/>
              </a:ext>
            </a:extLst>
          </p:cNvPr>
          <p:cNvSpPr/>
          <p:nvPr/>
        </p:nvSpPr>
        <p:spPr>
          <a:xfrm>
            <a:off x="11451612" y="5827878"/>
            <a:ext cx="379049" cy="360000"/>
          </a:xfrm>
          <a:prstGeom prst="rect">
            <a:avLst/>
          </a:prstGeom>
          <a:solidFill>
            <a:schemeClr val="bg2"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E62014-F04C-495A-964E-6B888D49C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49275"/>
            <a:ext cx="11097551" cy="1332000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5DF027-E633-44EE-ACA0-C205930AA9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4" y="1881275"/>
            <a:ext cx="5437186" cy="535354"/>
          </a:xfrm>
        </p:spPr>
        <p:txBody>
          <a:bodyPr anchor="b">
            <a:normAutofit/>
          </a:bodyPr>
          <a:lstStyle>
            <a:lvl1pPr marL="0" indent="0">
              <a:buNone/>
              <a:defRPr sz="1400" b="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A4F363-FEEF-4CD2-A18E-17AE8D4851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550863" y="2577270"/>
            <a:ext cx="5429114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E50F8C-4D64-40FD-AE8C-6A1F3C2A84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2024" y="1881275"/>
            <a:ext cx="5436392" cy="535354"/>
          </a:xfrm>
        </p:spPr>
        <p:txBody>
          <a:bodyPr vert="horz" wrap="square" lIns="0" tIns="0" rIns="0" bIns="0" rtlCol="0" anchor="b">
            <a:normAutofit/>
          </a:bodyPr>
          <a:lstStyle>
            <a:lvl1pPr>
              <a:defRPr lang="en-US" sz="1400" b="0" cap="all" spc="20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AC943E-DB2B-40E0-907F-8EA1404791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2023" y="2577270"/>
            <a:ext cx="5436391" cy="35155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DCDCD5B-3F26-4AFA-8BD4-E5D8DD2AF4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10D1EE-83A0-4FB5-9B25-8A73DE891A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3031C35-2E5B-491D-85ED-DB42A4FE1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28586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9149" y="550799"/>
            <a:ext cx="8283313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F51F65-E111-4656-83BE-CFCDE2DD6C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FF82CB-2D17-4918-821E-485475CF2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66589D-A056-4817-AE15-39D87FE131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489F067-39E1-4757-BC11-6169A343F2E1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10727" y="3958416"/>
            <a:ext cx="3536330" cy="1853969"/>
          </a:xfrm>
          <a:custGeom>
            <a:avLst/>
            <a:gdLst>
              <a:gd name="connsiteX0" fmla="*/ 3536330 w 3536330"/>
              <a:gd name="connsiteY0" fmla="*/ 1853969 h 1853969"/>
              <a:gd name="connsiteX1" fmla="*/ 1682362 w 3536330"/>
              <a:gd name="connsiteY1" fmla="*/ 0 h 1853969"/>
              <a:gd name="connsiteX2" fmla="*/ 52157 w 3536330"/>
              <a:gd name="connsiteY2" fmla="*/ 970257 h 1853969"/>
              <a:gd name="connsiteX3" fmla="*/ 0 w 3536330"/>
              <a:gd name="connsiteY3" fmla="*/ 1078528 h 1853969"/>
              <a:gd name="connsiteX4" fmla="*/ 757215 w 3536330"/>
              <a:gd name="connsiteY4" fmla="*/ 1835743 h 1853969"/>
              <a:gd name="connsiteX5" fmla="*/ 774211 w 3536330"/>
              <a:gd name="connsiteY5" fmla="*/ 1667149 h 1853969"/>
              <a:gd name="connsiteX6" fmla="*/ 1682362 w 3536330"/>
              <a:gd name="connsiteY6" fmla="*/ 926985 h 1853969"/>
              <a:gd name="connsiteX7" fmla="*/ 2609345 w 3536330"/>
              <a:gd name="connsiteY7" fmla="*/ 1853969 h 185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36330" h="1853969">
                <a:moveTo>
                  <a:pt x="3536330" y="1853969"/>
                </a:moveTo>
                <a:cubicBezTo>
                  <a:pt x="3536330" y="830051"/>
                  <a:pt x="2706280" y="0"/>
                  <a:pt x="1682362" y="0"/>
                </a:cubicBezTo>
                <a:cubicBezTo>
                  <a:pt x="978418" y="0"/>
                  <a:pt x="366107" y="392328"/>
                  <a:pt x="52157" y="970257"/>
                </a:cubicBezTo>
                <a:lnTo>
                  <a:pt x="0" y="1078528"/>
                </a:lnTo>
                <a:lnTo>
                  <a:pt x="757215" y="1835743"/>
                </a:lnTo>
                <a:lnTo>
                  <a:pt x="774211" y="1667149"/>
                </a:lnTo>
                <a:cubicBezTo>
                  <a:pt x="860649" y="1244739"/>
                  <a:pt x="1234397" y="926985"/>
                  <a:pt x="1682362" y="926985"/>
                </a:cubicBezTo>
                <a:cubicBezTo>
                  <a:pt x="2194320" y="926985"/>
                  <a:pt x="2609345" y="1342010"/>
                  <a:pt x="2609345" y="1853969"/>
                </a:cubicBezTo>
                <a:close/>
              </a:path>
            </a:pathLst>
          </a:custGeom>
          <a:gradFill flip="none" rotWithShape="1">
            <a:gsLst>
              <a:gs pos="97000">
                <a:schemeClr val="bg2"/>
              </a:gs>
              <a:gs pos="31000">
                <a:schemeClr val="bg2">
                  <a:lumMod val="90000"/>
                  <a:lumOff val="10000"/>
                </a:schemeClr>
              </a:gs>
            </a:gsLst>
            <a:lin ang="15000000" scaled="0"/>
            <a:tileRect/>
          </a:gradFill>
          <a:ln>
            <a:noFill/>
          </a:ln>
          <a:effectLst>
            <a:innerShdw blurRad="355600" dist="101600" dir="16200000">
              <a:schemeClr val="accent1">
                <a:lumMod val="60000"/>
                <a:lumOff val="40000"/>
                <a:alpha val="8000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DD231011-607F-42F1-B2D9-2BA8E91CC6AF}"/>
              </a:ext>
            </a:extLst>
          </p:cNvPr>
          <p:cNvSpPr>
            <a:spLocks noChangeAspect="1"/>
          </p:cNvSpPr>
          <p:nvPr/>
        </p:nvSpPr>
        <p:spPr>
          <a:xfrm rot="18900000" flipV="1">
            <a:off x="-481151" y="3649708"/>
            <a:ext cx="3478701" cy="2164843"/>
          </a:xfrm>
          <a:custGeom>
            <a:avLst/>
            <a:gdLst>
              <a:gd name="connsiteX0" fmla="*/ 3478701 w 3478701"/>
              <a:gd name="connsiteY0" fmla="*/ 2164843 h 2164843"/>
              <a:gd name="connsiteX1" fmla="*/ 1624733 w 3478701"/>
              <a:gd name="connsiteY1" fmla="*/ 0 h 2164843"/>
              <a:gd name="connsiteX2" fmla="*/ 87393 w 3478701"/>
              <a:gd name="connsiteY2" fmla="*/ 954459 h 2164843"/>
              <a:gd name="connsiteX3" fmla="*/ 0 w 3478701"/>
              <a:gd name="connsiteY3" fmla="*/ 1122434 h 2164843"/>
              <a:gd name="connsiteX4" fmla="*/ 736015 w 3478701"/>
              <a:gd name="connsiteY4" fmla="*/ 1858449 h 2164843"/>
              <a:gd name="connsiteX5" fmla="*/ 739424 w 3478701"/>
              <a:gd name="connsiteY5" fmla="*/ 1842964 h 2164843"/>
              <a:gd name="connsiteX6" fmla="*/ 1624733 w 3478701"/>
              <a:gd name="connsiteY6" fmla="*/ 1082422 h 2164843"/>
              <a:gd name="connsiteX7" fmla="*/ 2551716 w 3478701"/>
              <a:gd name="connsiteY7" fmla="*/ 2164843 h 21648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78701" h="2164843">
                <a:moveTo>
                  <a:pt x="3478701" y="2164843"/>
                </a:moveTo>
                <a:cubicBezTo>
                  <a:pt x="3478701" y="969234"/>
                  <a:pt x="2648651" y="0"/>
                  <a:pt x="1624733" y="0"/>
                </a:cubicBezTo>
                <a:cubicBezTo>
                  <a:pt x="984784" y="0"/>
                  <a:pt x="420564" y="378607"/>
                  <a:pt x="87393" y="954459"/>
                </a:cubicBezTo>
                <a:lnTo>
                  <a:pt x="0" y="1122434"/>
                </a:lnTo>
                <a:lnTo>
                  <a:pt x="736015" y="1858449"/>
                </a:lnTo>
                <a:lnTo>
                  <a:pt x="739424" y="1842964"/>
                </a:lnTo>
                <a:cubicBezTo>
                  <a:pt x="856791" y="1402344"/>
                  <a:pt x="1208766" y="1082422"/>
                  <a:pt x="1624733" y="1082422"/>
                </a:cubicBezTo>
                <a:cubicBezTo>
                  <a:pt x="2136692" y="1082422"/>
                  <a:pt x="2551716" y="1567038"/>
                  <a:pt x="2551716" y="2164843"/>
                </a:cubicBezTo>
                <a:close/>
              </a:path>
            </a:pathLst>
          </a:custGeom>
          <a:solidFill>
            <a:schemeClr val="bg2">
              <a:lumMod val="50000"/>
              <a:lumOff val="50000"/>
              <a:alpha val="40000"/>
            </a:schemeClr>
          </a:solidFill>
          <a:ln>
            <a:noFill/>
          </a:ln>
          <a:effectLst>
            <a:softEdge rad="381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EC472EFA-56B5-4A41-8D4B-E9F37727F34D}"/>
              </a:ext>
            </a:extLst>
          </p:cNvPr>
          <p:cNvSpPr/>
          <p:nvPr/>
        </p:nvSpPr>
        <p:spPr>
          <a:xfrm rot="13500000" flipV="1">
            <a:off x="1512277" y="2840042"/>
            <a:ext cx="214196" cy="933178"/>
          </a:xfrm>
          <a:prstGeom prst="ellipse">
            <a:avLst/>
          </a:prstGeom>
          <a:solidFill>
            <a:schemeClr val="bg2">
              <a:lumMod val="90000"/>
              <a:lumOff val="10000"/>
            </a:schemeClr>
          </a:solidFill>
          <a:ln>
            <a:noFill/>
          </a:ln>
          <a:effectLst>
            <a:innerShdw blurRad="1270000" dist="2540000">
              <a:schemeClr val="accent1">
                <a:lumMod val="60000"/>
                <a:lumOff val="40000"/>
                <a:alpha val="0"/>
              </a:scheme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33781B6C-21AD-489D-A3CB-522BB2AC543F}"/>
              </a:ext>
            </a:extLst>
          </p:cNvPr>
          <p:cNvSpPr>
            <a:spLocks noChangeAspect="1"/>
          </p:cNvSpPr>
          <p:nvPr/>
        </p:nvSpPr>
        <p:spPr>
          <a:xfrm>
            <a:off x="1780661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1" name="Group 50">
            <a:extLst>
              <a:ext uri="{FF2B5EF4-FFF2-40B4-BE49-F238E27FC236}">
                <a16:creationId xmlns:a16="http://schemas.microsoft.com/office/drawing/2014/main" id="{01AD5B80-530E-44CD-8D4A-2796FB214CBF}"/>
              </a:ext>
            </a:extLst>
          </p:cNvPr>
          <p:cNvGrpSpPr/>
          <p:nvPr/>
        </p:nvGrpSpPr>
        <p:grpSpPr>
          <a:xfrm>
            <a:off x="623181" y="1514007"/>
            <a:ext cx="734257" cy="760506"/>
            <a:chOff x="5243759" y="1363788"/>
            <a:chExt cx="734257" cy="760506"/>
          </a:xfrm>
        </p:grpSpPr>
        <p:sp>
          <p:nvSpPr>
            <p:cNvPr id="52" name="Freeform 5">
              <a:extLst>
                <a:ext uri="{FF2B5EF4-FFF2-40B4-BE49-F238E27FC236}">
                  <a16:creationId xmlns:a16="http://schemas.microsoft.com/office/drawing/2014/main" id="{2F746AA8-9050-4515-9B17-BC850368529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3" name="Freeform 6">
              <a:extLst>
                <a:ext uri="{FF2B5EF4-FFF2-40B4-BE49-F238E27FC236}">
                  <a16:creationId xmlns:a16="http://schemas.microsoft.com/office/drawing/2014/main" id="{23EC1AC3-1698-46D5-80B7-F22F15E1A5E4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4" name="Freeform 8">
              <a:extLst>
                <a:ext uri="{FF2B5EF4-FFF2-40B4-BE49-F238E27FC236}">
                  <a16:creationId xmlns:a16="http://schemas.microsoft.com/office/drawing/2014/main" id="{73766156-553C-46EB-93FA-4F37CC0FF5CF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454133796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167432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78B0BE9-88B0-4883-9BA9-CD594C400EC1}"/>
              </a:ext>
            </a:extLst>
          </p:cNvPr>
          <p:cNvGrpSpPr/>
          <p:nvPr/>
        </p:nvGrpSpPr>
        <p:grpSpPr>
          <a:xfrm>
            <a:off x="4949631" y="5111861"/>
            <a:ext cx="1262947" cy="1335600"/>
            <a:chOff x="2678417" y="2427951"/>
            <a:chExt cx="1262947" cy="1335600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59DCBF3-7AFA-4CD1-A918-BC6DDE674E6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2769891" y="2336477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06964A02-96E1-4654-9187-DDDE7409F75B}"/>
                </a:ext>
              </a:extLst>
            </p:cNvPr>
            <p:cNvSpPr/>
            <p:nvPr/>
          </p:nvSpPr>
          <p:spPr>
            <a:xfrm rot="8100000">
              <a:off x="2784291" y="26835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F3FF76C-A012-4CDA-8AE7-E94139557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49275"/>
            <a:ext cx="11090275" cy="984885"/>
          </a:xfrm>
        </p:spPr>
        <p:txBody>
          <a:bodyPr anchor="t">
            <a:normAutofit/>
          </a:bodyPr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A4C80-DC38-4641-924F-90D6078CF5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5775" y="1750060"/>
            <a:ext cx="7345362" cy="4342765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C42771-D3A7-4072-85DC-B7C5E530E8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50060"/>
            <a:ext cx="3565525" cy="434276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BD47AB1-6EB5-4E2C-B4A7-42DC643E9F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A9D15F-B6ED-46E1-9840-0B625880EE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EB023-7A5E-4087-B75E-A38A80EE5D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548230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F98F1FBA-F8BB-42CF-8B3E-D19AAFEE96C1}"/>
              </a:ext>
            </a:extLst>
          </p:cNvPr>
          <p:cNvGrpSpPr/>
          <p:nvPr/>
        </p:nvGrpSpPr>
        <p:grpSpPr>
          <a:xfrm>
            <a:off x="334964" y="5115518"/>
            <a:ext cx="734257" cy="760506"/>
            <a:chOff x="5243759" y="1363788"/>
            <a:chExt cx="734257" cy="760506"/>
          </a:xfrm>
        </p:grpSpPr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60EE09DD-C3DB-4266-BCC3-A765CFFBF37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5F301FE0-96DC-4EFB-BBEE-AED762C337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3BEAD276-8850-4C0C-9777-8537000D522A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E5EE0A0-B07E-479B-9684-4BD09FA43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75409"/>
            <a:ext cx="4500562" cy="984885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3200" dirty="0"/>
            </a:lvl1pPr>
          </a:lstStyle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1893A9-3462-4F51-83AE-5D2F124B9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267324" y="575409"/>
            <a:ext cx="6373813" cy="5733316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A9240C-79C0-4A88-A476-725DE1B9C2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0863" y="1776195"/>
            <a:ext cx="4500562" cy="4532530"/>
          </a:xfrm>
        </p:spPr>
        <p:txBody>
          <a:bodyPr anchor="t" anchorCtr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D2D6F-49E8-4217-A908-2D9E435835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1C4440-6B8D-4A24-A807-8B1302A3D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CFE189-E20B-4108-B290-244424336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6673549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79361-B9A1-48F2-9473-23DE30E2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2" y="503906"/>
            <a:ext cx="11090275" cy="133305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986779-C2F3-447D-85F7-F6B0E2C97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61572-1A59-4E3B-BA65-3329E9468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EF84F1-99FE-4F0B-9E76-F581C2C1B6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B2D769-16B1-43C4-BF14-317553351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7305666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56583A-514F-4632-820D-E7EE236A465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3CBBB-7DDC-4437-8C7D-22A1C352027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69EBF-DA20-4024-8006-B158D571E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BAC8B9-14B5-4DF1-994D-AB47DB3BA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876582-5F9B-4F5E-AAD5-D608CB68EA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93063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2053C-0E9C-4159-B7C9-6AB74343918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018020" y="662937"/>
            <a:ext cx="4624442" cy="5542025"/>
          </a:xfrm>
        </p:spPr>
        <p:txBody>
          <a:bodyPr vert="horz" wrap="square" lIns="0" tIns="0" rIns="0" bIns="0" rtlCol="0" anchor="ctr" anchorCtr="0">
            <a:normAutofit/>
          </a:bodyPr>
          <a:lstStyle>
            <a:lvl1pPr>
              <a:defRPr lang="en-US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988CE9D0-E6DB-A38D-ED84-A53D0493E6D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6267450" cy="6858000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 dirty="0"/>
              <a:t>Click icon to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4119266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>
            <a:extLst>
              <a:ext uri="{FF2B5EF4-FFF2-40B4-BE49-F238E27FC236}">
                <a16:creationId xmlns:a16="http://schemas.microsoft.com/office/drawing/2014/main" id="{43C4A872-A473-BFD2-150E-387250C2B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C5C8D53B-A579-BCFA-58E8-C386DABC92CD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23A34CAC-4A03-ADDB-E97F-8675E68FC0B3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C733506-2F0D-8F31-52D1-5244F04A706B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29356E3D-E14C-9C43-7CE4-A7156B1E10DB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Title 19">
            <a:extLst>
              <a:ext uri="{FF2B5EF4-FFF2-40B4-BE49-F238E27FC236}">
                <a16:creationId xmlns:a16="http://schemas.microsoft.com/office/drawing/2014/main" id="{85C652DA-55F6-9691-4254-344E0A4E9A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3924"/>
            <a:ext cx="11090275" cy="168405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22" name="Content Placeholder 21">
            <a:extLst>
              <a:ext uri="{FF2B5EF4-FFF2-40B4-BE49-F238E27FC236}">
                <a16:creationId xmlns:a16="http://schemas.microsoft.com/office/drawing/2014/main" id="{4DB7AC4F-2818-7F0D-AC6A-736D5F2C73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50863" y="2419350"/>
            <a:ext cx="11090274" cy="3913188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B81B449-7B97-41DC-B23F-65EDCBD31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C6B46D5-337B-4906-8412-4EEA3884F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436F230-C9A7-407A-B923-873839C8D8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C61DF04-D7CB-2B19-8BB9-3E90A66197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10824" y="1514007"/>
            <a:ext cx="734257" cy="760506"/>
            <a:chOff x="5243759" y="1363788"/>
            <a:chExt cx="734257" cy="760506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5DE1CC00-F893-E215-8086-65B6605C5FC9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356930" y="1363788"/>
              <a:ext cx="621086" cy="364601"/>
            </a:xfrm>
            <a:custGeom>
              <a:avLst/>
              <a:gdLst>
                <a:gd name="T0" fmla="*/ 266 w 540"/>
                <a:gd name="T1" fmla="*/ 0 h 317"/>
                <a:gd name="T2" fmla="*/ 0 w 540"/>
                <a:gd name="T3" fmla="*/ 158 h 317"/>
                <a:gd name="T4" fmla="*/ 266 w 540"/>
                <a:gd name="T5" fmla="*/ 317 h 317"/>
                <a:gd name="T6" fmla="*/ 540 w 540"/>
                <a:gd name="T7" fmla="*/ 158 h 317"/>
                <a:gd name="T8" fmla="*/ 266 w 540"/>
                <a:gd name="T9" fmla="*/ 0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40" h="317">
                  <a:moveTo>
                    <a:pt x="266" y="0"/>
                  </a:moveTo>
                  <a:lnTo>
                    <a:pt x="0" y="158"/>
                  </a:lnTo>
                  <a:lnTo>
                    <a:pt x="266" y="317"/>
                  </a:lnTo>
                  <a:lnTo>
                    <a:pt x="540" y="158"/>
                  </a:lnTo>
                  <a:lnTo>
                    <a:pt x="266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6EBF50D9-F9B8-ADB3-8B4A-AF19564EE6EB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243759" y="1430747"/>
              <a:ext cx="305942" cy="538275"/>
            </a:xfrm>
            <a:custGeom>
              <a:avLst/>
              <a:gdLst>
                <a:gd name="T0" fmla="*/ 266 w 266"/>
                <a:gd name="T1" fmla="*/ 468 h 468"/>
                <a:gd name="T2" fmla="*/ 0 w 266"/>
                <a:gd name="T3" fmla="*/ 310 h 468"/>
                <a:gd name="T4" fmla="*/ 0 w 266"/>
                <a:gd name="T5" fmla="*/ 310 h 468"/>
                <a:gd name="T6" fmla="*/ 0 w 266"/>
                <a:gd name="T7" fmla="*/ 0 h 468"/>
                <a:gd name="T8" fmla="*/ 0 w 266"/>
                <a:gd name="T9" fmla="*/ 0 h 468"/>
                <a:gd name="T10" fmla="*/ 266 w 266"/>
                <a:gd name="T11" fmla="*/ 159 h 468"/>
                <a:gd name="T12" fmla="*/ 266 w 266"/>
                <a:gd name="T13" fmla="*/ 468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66" h="468">
                  <a:moveTo>
                    <a:pt x="266" y="468"/>
                  </a:moveTo>
                  <a:lnTo>
                    <a:pt x="0" y="310"/>
                  </a:lnTo>
                  <a:lnTo>
                    <a:pt x="0" y="310"/>
                  </a:lnTo>
                  <a:lnTo>
                    <a:pt x="0" y="0"/>
                  </a:lnTo>
                  <a:lnTo>
                    <a:pt x="0" y="0"/>
                  </a:lnTo>
                  <a:lnTo>
                    <a:pt x="266" y="159"/>
                  </a:lnTo>
                  <a:lnTo>
                    <a:pt x="266" y="468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9800000" scaled="0"/>
              <a:tileRect/>
            </a:gradFill>
            <a:ln>
              <a:noFill/>
            </a:ln>
            <a:effectLst>
              <a:innerShdw blurRad="254000">
                <a:schemeClr val="bg2">
                  <a:lumMod val="90000"/>
                  <a:lumOff val="1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80BE1060-7183-58F8-EEBF-64135EE82BC5}"/>
                </a:ext>
              </a:extLst>
            </p:cNvPr>
            <p:cNvSpPr>
              <a:spLocks/>
            </p:cNvSpPr>
            <p:nvPr/>
          </p:nvSpPr>
          <p:spPr bwMode="auto">
            <a:xfrm rot="1800000">
              <a:off x="5508097" y="1586019"/>
              <a:ext cx="315144" cy="538275"/>
            </a:xfrm>
            <a:custGeom>
              <a:avLst/>
              <a:gdLst>
                <a:gd name="T0" fmla="*/ 274 w 274"/>
                <a:gd name="T1" fmla="*/ 0 h 468"/>
                <a:gd name="T2" fmla="*/ 274 w 274"/>
                <a:gd name="T3" fmla="*/ 310 h 468"/>
                <a:gd name="T4" fmla="*/ 274 w 274"/>
                <a:gd name="T5" fmla="*/ 310 h 468"/>
                <a:gd name="T6" fmla="*/ 0 w 274"/>
                <a:gd name="T7" fmla="*/ 468 h 468"/>
                <a:gd name="T8" fmla="*/ 0 w 274"/>
                <a:gd name="T9" fmla="*/ 159 h 468"/>
                <a:gd name="T10" fmla="*/ 274 w 274"/>
                <a:gd name="T11" fmla="*/ 0 h 468"/>
                <a:gd name="T12" fmla="*/ 274 w 274"/>
                <a:gd name="T13" fmla="*/ 0 h 4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74" h="468">
                  <a:moveTo>
                    <a:pt x="274" y="0"/>
                  </a:moveTo>
                  <a:lnTo>
                    <a:pt x="274" y="310"/>
                  </a:lnTo>
                  <a:lnTo>
                    <a:pt x="274" y="310"/>
                  </a:lnTo>
                  <a:lnTo>
                    <a:pt x="0" y="468"/>
                  </a:lnTo>
                  <a:lnTo>
                    <a:pt x="0" y="159"/>
                  </a:lnTo>
                  <a:lnTo>
                    <a:pt x="274" y="0"/>
                  </a:lnTo>
                  <a:lnTo>
                    <a:pt x="274" y="0"/>
                  </a:lnTo>
                  <a:close/>
                </a:path>
              </a:pathLst>
            </a:custGeom>
            <a:gradFill flip="none" rotWithShape="1">
              <a:gsLst>
                <a:gs pos="20000">
                  <a:schemeClr val="bg2">
                    <a:lumMod val="90000"/>
                    <a:lumOff val="10000"/>
                    <a:alpha val="20000"/>
                  </a:schemeClr>
                </a:gs>
                <a:gs pos="100000">
                  <a:schemeClr val="accent1">
                    <a:lumMod val="60000"/>
                    <a:lumOff val="40000"/>
                    <a:alpha val="20000"/>
                  </a:schemeClr>
                </a:gs>
              </a:gsLst>
              <a:lin ang="18000000" scaled="0"/>
              <a:tileRect/>
            </a:gradFill>
            <a:ln>
              <a:noFill/>
            </a:ln>
            <a:effectLst>
              <a:innerShdw blurRad="254000">
                <a:schemeClr val="accent1">
                  <a:lumMod val="60000"/>
                  <a:lumOff val="40000"/>
                  <a:alpha val="6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1" name="Oval 10">
            <a:extLst>
              <a:ext uri="{FF2B5EF4-FFF2-40B4-BE49-F238E27FC236}">
                <a16:creationId xmlns:a16="http://schemas.microsoft.com/office/drawing/2014/main" id="{E597A3BE-0D13-9033-E3FD-78202DB799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10168304" y="385236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867D9A-3F3B-94C3-244B-0006226AEF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>
            <a:off x="9063019" y="3199533"/>
            <a:ext cx="3597052" cy="2615018"/>
            <a:chOff x="4541453" y="3199533"/>
            <a:chExt cx="3597052" cy="2615018"/>
          </a:xfrm>
        </p:grpSpPr>
        <p:sp>
          <p:nvSpPr>
            <p:cNvPr id="13" name="Freeform: Shape 38">
              <a:extLst>
                <a:ext uri="{FF2B5EF4-FFF2-40B4-BE49-F238E27FC236}">
                  <a16:creationId xmlns:a16="http://schemas.microsoft.com/office/drawing/2014/main" id="{955FC3D1-6227-A188-CCDB-11D573FD807A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E6BE70E-C41E-449D-A48C-4EB6BB7DC20D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5" name="Freeform: Shape 32">
                <a:extLst>
                  <a:ext uri="{FF2B5EF4-FFF2-40B4-BE49-F238E27FC236}">
                    <a16:creationId xmlns:a16="http://schemas.microsoft.com/office/drawing/2014/main" id="{B7C0B12B-49BE-7855-18FB-8583C8DD9617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67C78A37-D378-70D3-D6E3-AB9400EB583E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02491172-466F-19CC-B639-A1C3CAB1D4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690545" y="4100655"/>
            <a:ext cx="1335600" cy="1262947"/>
            <a:chOff x="10145015" y="2343978"/>
            <a:chExt cx="1335600" cy="1262947"/>
          </a:xfrm>
        </p:grpSpPr>
        <p:sp>
          <p:nvSpPr>
            <p:cNvPr id="18" name="Freeform: Shape 25">
              <a:extLst>
                <a:ext uri="{FF2B5EF4-FFF2-40B4-BE49-F238E27FC236}">
                  <a16:creationId xmlns:a16="http://schemas.microsoft.com/office/drawing/2014/main" id="{45EC885D-265C-397B-5DAF-57A66CDA30B5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3601DB21-D937-2F89-DC26-063DFC7800C8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2076535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87E98C0-6053-9701-92D0-4EF9ADBC5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 flipH="1" flipV="1">
            <a:off x="9063019" y="746716"/>
            <a:ext cx="3597052" cy="2615018"/>
            <a:chOff x="4541453" y="3199533"/>
            <a:chExt cx="3597052" cy="2615018"/>
          </a:xfrm>
        </p:grpSpPr>
        <p:sp>
          <p:nvSpPr>
            <p:cNvPr id="8" name="Freeform: Shape 38">
              <a:extLst>
                <a:ext uri="{FF2B5EF4-FFF2-40B4-BE49-F238E27FC236}">
                  <a16:creationId xmlns:a16="http://schemas.microsoft.com/office/drawing/2014/main" id="{C32B1A1D-760B-9D3D-A869-E50FC962A629}"/>
                </a:ext>
              </a:extLst>
            </p:cNvPr>
            <p:cNvSpPr>
              <a:spLocks noChangeAspect="1"/>
            </p:cNvSpPr>
            <p:nvPr/>
          </p:nvSpPr>
          <p:spPr>
            <a:xfrm rot="18900000" flipV="1">
              <a:off x="4602175" y="3958416"/>
              <a:ext cx="3536330" cy="1853969"/>
            </a:xfrm>
            <a:custGeom>
              <a:avLst/>
              <a:gdLst>
                <a:gd name="connsiteX0" fmla="*/ 3536330 w 3536330"/>
                <a:gd name="connsiteY0" fmla="*/ 1853969 h 1853969"/>
                <a:gd name="connsiteX1" fmla="*/ 1682362 w 3536330"/>
                <a:gd name="connsiteY1" fmla="*/ 0 h 1853969"/>
                <a:gd name="connsiteX2" fmla="*/ 52157 w 3536330"/>
                <a:gd name="connsiteY2" fmla="*/ 970257 h 1853969"/>
                <a:gd name="connsiteX3" fmla="*/ 0 w 3536330"/>
                <a:gd name="connsiteY3" fmla="*/ 1078528 h 1853969"/>
                <a:gd name="connsiteX4" fmla="*/ 757215 w 3536330"/>
                <a:gd name="connsiteY4" fmla="*/ 1835743 h 1853969"/>
                <a:gd name="connsiteX5" fmla="*/ 774211 w 3536330"/>
                <a:gd name="connsiteY5" fmla="*/ 1667149 h 1853969"/>
                <a:gd name="connsiteX6" fmla="*/ 1682362 w 3536330"/>
                <a:gd name="connsiteY6" fmla="*/ 926985 h 1853969"/>
                <a:gd name="connsiteX7" fmla="*/ 2609345 w 3536330"/>
                <a:gd name="connsiteY7" fmla="*/ 1853969 h 18539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536330" h="1853969">
                  <a:moveTo>
                    <a:pt x="3536330" y="1853969"/>
                  </a:moveTo>
                  <a:cubicBezTo>
                    <a:pt x="3536330" y="830051"/>
                    <a:pt x="2706280" y="0"/>
                    <a:pt x="1682362" y="0"/>
                  </a:cubicBezTo>
                  <a:cubicBezTo>
                    <a:pt x="978418" y="0"/>
                    <a:pt x="366107" y="392328"/>
                    <a:pt x="52157" y="970257"/>
                  </a:cubicBezTo>
                  <a:lnTo>
                    <a:pt x="0" y="1078528"/>
                  </a:lnTo>
                  <a:lnTo>
                    <a:pt x="757215" y="1835743"/>
                  </a:lnTo>
                  <a:lnTo>
                    <a:pt x="774211" y="1667149"/>
                  </a:lnTo>
                  <a:cubicBezTo>
                    <a:pt x="860649" y="1244739"/>
                    <a:pt x="1234397" y="926985"/>
                    <a:pt x="1682362" y="926985"/>
                  </a:cubicBezTo>
                  <a:cubicBezTo>
                    <a:pt x="2194320" y="926985"/>
                    <a:pt x="2609345" y="1342010"/>
                    <a:pt x="2609345" y="1853969"/>
                  </a:cubicBezTo>
                  <a:close/>
                </a:path>
              </a:pathLst>
            </a:custGeom>
            <a:gradFill flip="none" rotWithShape="1">
              <a:gsLst>
                <a:gs pos="97000">
                  <a:schemeClr val="bg2"/>
                </a:gs>
                <a:gs pos="31000">
                  <a:schemeClr val="bg2">
                    <a:lumMod val="90000"/>
                    <a:lumOff val="10000"/>
                  </a:schemeClr>
                </a:gs>
              </a:gsLst>
              <a:lin ang="15000000" scaled="0"/>
              <a:tileRect/>
            </a:gradFill>
            <a:ln>
              <a:noFill/>
            </a:ln>
            <a:effectLst>
              <a:innerShdw blurRad="355600" dist="101600" dir="16200000">
                <a:schemeClr val="accent1">
                  <a:lumMod val="60000"/>
                  <a:lumOff val="40000"/>
                  <a:alpha val="8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D02EF78B-5BDF-8632-B9B1-087DB042EEC7}"/>
                </a:ext>
              </a:extLst>
            </p:cNvPr>
            <p:cNvGrpSpPr/>
            <p:nvPr/>
          </p:nvGrpSpPr>
          <p:grpSpPr>
            <a:xfrm>
              <a:off x="4541453" y="3199533"/>
              <a:ext cx="3478701" cy="2615018"/>
              <a:chOff x="-481151" y="3199533"/>
              <a:chExt cx="3478701" cy="2615018"/>
            </a:xfrm>
          </p:grpSpPr>
          <p:sp>
            <p:nvSpPr>
              <p:cNvPr id="10" name="Freeform: Shape 32">
                <a:extLst>
                  <a:ext uri="{FF2B5EF4-FFF2-40B4-BE49-F238E27FC236}">
                    <a16:creationId xmlns:a16="http://schemas.microsoft.com/office/drawing/2014/main" id="{5C54B3E8-515B-0865-9321-DB3793A62240}"/>
                  </a:ext>
                </a:extLst>
              </p:cNvPr>
              <p:cNvSpPr>
                <a:spLocks noChangeAspect="1"/>
              </p:cNvSpPr>
              <p:nvPr userDrawn="1"/>
            </p:nvSpPr>
            <p:spPr>
              <a:xfrm rot="18900000" flipV="1">
                <a:off x="-481151" y="3649708"/>
                <a:ext cx="3478701" cy="2164843"/>
              </a:xfrm>
              <a:custGeom>
                <a:avLst/>
                <a:gdLst>
                  <a:gd name="connsiteX0" fmla="*/ 3478701 w 3478701"/>
                  <a:gd name="connsiteY0" fmla="*/ 2164843 h 2164843"/>
                  <a:gd name="connsiteX1" fmla="*/ 1624733 w 3478701"/>
                  <a:gd name="connsiteY1" fmla="*/ 0 h 2164843"/>
                  <a:gd name="connsiteX2" fmla="*/ 87393 w 3478701"/>
                  <a:gd name="connsiteY2" fmla="*/ 954459 h 2164843"/>
                  <a:gd name="connsiteX3" fmla="*/ 0 w 3478701"/>
                  <a:gd name="connsiteY3" fmla="*/ 1122434 h 2164843"/>
                  <a:gd name="connsiteX4" fmla="*/ 736015 w 3478701"/>
                  <a:gd name="connsiteY4" fmla="*/ 1858449 h 2164843"/>
                  <a:gd name="connsiteX5" fmla="*/ 739424 w 3478701"/>
                  <a:gd name="connsiteY5" fmla="*/ 1842964 h 2164843"/>
                  <a:gd name="connsiteX6" fmla="*/ 1624733 w 3478701"/>
                  <a:gd name="connsiteY6" fmla="*/ 1082422 h 2164843"/>
                  <a:gd name="connsiteX7" fmla="*/ 2551716 w 3478701"/>
                  <a:gd name="connsiteY7" fmla="*/ 2164843 h 21648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3478701" h="2164843">
                    <a:moveTo>
                      <a:pt x="3478701" y="2164843"/>
                    </a:moveTo>
                    <a:cubicBezTo>
                      <a:pt x="3478701" y="969234"/>
                      <a:pt x="2648651" y="0"/>
                      <a:pt x="1624733" y="0"/>
                    </a:cubicBezTo>
                    <a:cubicBezTo>
                      <a:pt x="984784" y="0"/>
                      <a:pt x="420564" y="378607"/>
                      <a:pt x="87393" y="954459"/>
                    </a:cubicBezTo>
                    <a:lnTo>
                      <a:pt x="0" y="1122434"/>
                    </a:lnTo>
                    <a:lnTo>
                      <a:pt x="736015" y="1858449"/>
                    </a:lnTo>
                    <a:lnTo>
                      <a:pt x="739424" y="1842964"/>
                    </a:lnTo>
                    <a:cubicBezTo>
                      <a:pt x="856791" y="1402344"/>
                      <a:pt x="1208766" y="1082422"/>
                      <a:pt x="1624733" y="1082422"/>
                    </a:cubicBezTo>
                    <a:cubicBezTo>
                      <a:pt x="2136692" y="1082422"/>
                      <a:pt x="2551716" y="1567038"/>
                      <a:pt x="2551716" y="2164843"/>
                    </a:cubicBezTo>
                    <a:close/>
                  </a:path>
                </a:pathLst>
              </a:custGeom>
              <a:solidFill>
                <a:schemeClr val="bg2">
                  <a:lumMod val="50000"/>
                  <a:lumOff val="50000"/>
                  <a:alpha val="40000"/>
                </a:schemeClr>
              </a:solidFill>
              <a:ln>
                <a:noFill/>
              </a:ln>
              <a:effectLst>
                <a:softEdge rad="381000"/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en-US" dirty="0"/>
              </a:p>
            </p:txBody>
          </p:sp>
          <p:sp>
            <p:nvSpPr>
              <p:cNvPr id="11" name="Oval 10">
                <a:extLst>
                  <a:ext uri="{FF2B5EF4-FFF2-40B4-BE49-F238E27FC236}">
                    <a16:creationId xmlns:a16="http://schemas.microsoft.com/office/drawing/2014/main" id="{56E92718-2CCD-B15D-8DE5-46285BEA256B}"/>
                  </a:ext>
                </a:extLst>
              </p:cNvPr>
              <p:cNvSpPr/>
              <p:nvPr userDrawn="1"/>
            </p:nvSpPr>
            <p:spPr>
              <a:xfrm rot="13500000" flipV="1">
                <a:off x="1512277" y="2840042"/>
                <a:ext cx="214196" cy="933178"/>
              </a:xfrm>
              <a:prstGeom prst="ellipse">
                <a:avLst/>
              </a:prstGeom>
              <a:solidFill>
                <a:schemeClr val="bg2">
                  <a:lumMod val="90000"/>
                  <a:lumOff val="10000"/>
                </a:schemeClr>
              </a:solidFill>
              <a:ln>
                <a:noFill/>
              </a:ln>
              <a:effectLst>
                <a:innerShdw blurRad="1270000" dist="2540000">
                  <a:schemeClr val="accent1">
                    <a:lumMod val="60000"/>
                    <a:lumOff val="40000"/>
                    <a:alpha val="0"/>
                  </a:schemeClr>
                </a:inn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ctr"/>
                <a:endParaRPr lang="en-US" dirty="0"/>
              </a:p>
            </p:txBody>
          </p:sp>
        </p:grp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EA0B78B-84F0-8B85-40E8-678689DC13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8723112" y="5088958"/>
            <a:ext cx="1335600" cy="1262947"/>
            <a:chOff x="10145015" y="2343978"/>
            <a:chExt cx="1335600" cy="1262947"/>
          </a:xfrm>
        </p:grpSpPr>
        <p:sp>
          <p:nvSpPr>
            <p:cNvPr id="20" name="Freeform: Shape 25">
              <a:extLst>
                <a:ext uri="{FF2B5EF4-FFF2-40B4-BE49-F238E27FC236}">
                  <a16:creationId xmlns:a16="http://schemas.microsoft.com/office/drawing/2014/main" id="{2E5D7C6F-BF77-9B7D-5B12-7AF3ED280B43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FA599EE6-2673-0AD8-EAE0-45C79326015E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2" y="498474"/>
            <a:ext cx="7960421" cy="1450217"/>
          </a:xfrm>
        </p:spPr>
        <p:txBody>
          <a:bodyPr vert="horz" wrap="square" lIns="0" tIns="0" rIns="0" bIns="0" rtlCol="0" anchor="t" anchorCtr="0">
            <a:normAutofit/>
          </a:bodyPr>
          <a:lstStyle>
            <a:lvl1pPr>
              <a:defRPr lang="en-US" sz="40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81343" y="2103039"/>
            <a:ext cx="7929940" cy="3979625"/>
          </a:xfrm>
        </p:spPr>
        <p:txBody>
          <a:bodyPr>
            <a:normAutofit/>
          </a:bodyPr>
          <a:lstStyle>
            <a:lvl1pPr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663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0863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B65629D-0977-C0EA-5E0B-C4822F43DAEE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05540" y="2097175"/>
            <a:ext cx="5435600" cy="399565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2pPr>
            <a:lvl3pPr marL="411480" indent="-228600">
              <a:spcBef>
                <a:spcPts val="1000"/>
              </a:spcBef>
              <a:defRPr sz="1800">
                <a:solidFill>
                  <a:schemeClr val="tx1"/>
                </a:solidFill>
              </a:defRPr>
            </a:lvl3pPr>
            <a:lvl4pPr marL="594360">
              <a:spcBef>
                <a:spcPts val="1000"/>
              </a:spcBef>
              <a:defRPr sz="1800">
                <a:solidFill>
                  <a:schemeClr val="tx1"/>
                </a:solidFill>
              </a:defRPr>
            </a:lvl4pPr>
            <a:lvl5pPr marL="777240">
              <a:spcBef>
                <a:spcPts val="1000"/>
              </a:spcBef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998290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+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0C44A-93E6-6C58-5E88-AFDC594EC27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50801"/>
            <a:ext cx="11090275" cy="12373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813049-5F46-053E-6279-8183259649A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3720" y="1917065"/>
            <a:ext cx="2921000" cy="429768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423FEB60-8FB5-7F10-EDD7-8AB4B3139EF6}"/>
              </a:ext>
            </a:extLst>
          </p:cNvPr>
          <p:cNvSpPr>
            <a:spLocks noGrp="1"/>
          </p:cNvSpPr>
          <p:nvPr>
            <p:ph type="tbl" sz="quarter" idx="13" hasCustomPrompt="1"/>
          </p:nvPr>
        </p:nvSpPr>
        <p:spPr>
          <a:xfrm>
            <a:off x="4048759" y="1917065"/>
            <a:ext cx="7591799" cy="4297680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table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CFCEB5-4092-FD13-478E-51CD74FDB8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077A4D-E7C0-912D-293F-D93F0CB5CA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6AA9E1-334B-5F8F-8A92-67DD095F78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3815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94729CA3-91C4-4A89-9448-A2F0E40917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11069864" y="333375"/>
            <a:ext cx="360000" cy="36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78E540-142B-4A82-9C3F-E61BC190AEE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488315"/>
            <a:ext cx="11090274" cy="133200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EFC6ED4-22DD-0C3B-D15A-218307AB6D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10379261" y="2030035"/>
            <a:ext cx="1335600" cy="1262947"/>
            <a:chOff x="10145015" y="2343978"/>
            <a:chExt cx="1335600" cy="1262947"/>
          </a:xfrm>
        </p:grpSpPr>
        <p:sp>
          <p:nvSpPr>
            <p:cNvPr id="12" name="Freeform: Shape 25">
              <a:extLst>
                <a:ext uri="{FF2B5EF4-FFF2-40B4-BE49-F238E27FC236}">
                  <a16:creationId xmlns:a16="http://schemas.microsoft.com/office/drawing/2014/main" id="{E4CD0F67-4BE8-1120-FCAE-806F9E18DD58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400615" y="2343978"/>
              <a:ext cx="1080000" cy="1262947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7320000">
                <a:schemeClr val="accent1">
                  <a:lumMod val="60000"/>
                  <a:lumOff val="40000"/>
                  <a:alpha val="4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9B74B85-E3CB-E24E-54C6-AB161411D93A}"/>
                </a:ext>
              </a:extLst>
            </p:cNvPr>
            <p:cNvSpPr/>
            <p:nvPr/>
          </p:nvSpPr>
          <p:spPr>
            <a:xfrm rot="13500000">
              <a:off x="10415015" y="2179851"/>
              <a:ext cx="540000" cy="1080000"/>
            </a:xfrm>
            <a:prstGeom prst="ellipse">
              <a:avLst/>
            </a:prstGeom>
            <a:gradFill>
              <a:gsLst>
                <a:gs pos="100000">
                  <a:schemeClr val="accent1">
                    <a:lumMod val="60000"/>
                    <a:lumOff val="40000"/>
                    <a:alpha val="0"/>
                  </a:schemeClr>
                </a:gs>
                <a:gs pos="0">
                  <a:schemeClr val="bg2">
                    <a:lumMod val="75000"/>
                    <a:lumOff val="25000"/>
                    <a:alpha val="33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15" name="Freeform: Shape 21">
            <a:extLst>
              <a:ext uri="{FF2B5EF4-FFF2-40B4-BE49-F238E27FC236}">
                <a16:creationId xmlns:a16="http://schemas.microsoft.com/office/drawing/2014/main" id="{5781DEED-6608-D622-CA5E-C91FD8645E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4295775" y="0"/>
            <a:ext cx="360000" cy="274638"/>
          </a:xfrm>
          <a:custGeom>
            <a:avLst/>
            <a:gdLst>
              <a:gd name="connsiteX0" fmla="*/ 30714 w 360000"/>
              <a:gd name="connsiteY0" fmla="*/ 0 h 274638"/>
              <a:gd name="connsiteX1" fmla="*/ 329286 w 360000"/>
              <a:gd name="connsiteY1" fmla="*/ 0 h 274638"/>
              <a:gd name="connsiteX2" fmla="*/ 345855 w 360000"/>
              <a:gd name="connsiteY2" fmla="*/ 24574 h 274638"/>
              <a:gd name="connsiteX3" fmla="*/ 360000 w 360000"/>
              <a:gd name="connsiteY3" fmla="*/ 94638 h 274638"/>
              <a:gd name="connsiteX4" fmla="*/ 180000 w 360000"/>
              <a:gd name="connsiteY4" fmla="*/ 274638 h 274638"/>
              <a:gd name="connsiteX5" fmla="*/ 0 w 360000"/>
              <a:gd name="connsiteY5" fmla="*/ 94638 h 274638"/>
              <a:gd name="connsiteX6" fmla="*/ 14145 w 360000"/>
              <a:gd name="connsiteY6" fmla="*/ 24574 h 2746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360000" h="274638">
                <a:moveTo>
                  <a:pt x="30714" y="0"/>
                </a:moveTo>
                <a:lnTo>
                  <a:pt x="329286" y="0"/>
                </a:lnTo>
                <a:lnTo>
                  <a:pt x="345855" y="24574"/>
                </a:lnTo>
                <a:cubicBezTo>
                  <a:pt x="354963" y="46109"/>
                  <a:pt x="360000" y="69785"/>
                  <a:pt x="360000" y="94638"/>
                </a:cubicBezTo>
                <a:cubicBezTo>
                  <a:pt x="360000" y="194049"/>
                  <a:pt x="279411" y="274638"/>
                  <a:pt x="180000" y="274638"/>
                </a:cubicBezTo>
                <a:cubicBezTo>
                  <a:pt x="80589" y="274638"/>
                  <a:pt x="0" y="194049"/>
                  <a:pt x="0" y="94638"/>
                </a:cubicBezTo>
                <a:cubicBezTo>
                  <a:pt x="0" y="69785"/>
                  <a:pt x="5037" y="46109"/>
                  <a:pt x="14145" y="24574"/>
                </a:cubicBezTo>
                <a:close/>
              </a:path>
            </a:pathLst>
          </a:cu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/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127000" dist="63500" dir="2700000">
              <a:schemeClr val="accent1">
                <a:lumMod val="60000"/>
                <a:lumOff val="40000"/>
                <a:alpha val="2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68347B7-45FA-4A01-924D-DC385B720B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31786" y="5528198"/>
            <a:ext cx="631474" cy="667800"/>
            <a:chOff x="2994153" y="1378666"/>
            <a:chExt cx="631474" cy="667800"/>
          </a:xfrm>
        </p:grpSpPr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31167DA1-25D1-4E60-A62E-42B6F56A96EC}"/>
                </a:ext>
              </a:extLst>
            </p:cNvPr>
            <p:cNvSpPr>
              <a:spLocks noChangeAspect="1"/>
            </p:cNvSpPr>
            <p:nvPr/>
          </p:nvSpPr>
          <p:spPr>
            <a:xfrm rot="2700000">
              <a:off x="3039890" y="1332929"/>
              <a:ext cx="540000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75000"/>
                    <a:lumOff val="25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254000" dist="101600" dir="270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B7B7215-A661-477E-91D0-CDBE5564D2B9}"/>
                </a:ext>
              </a:extLst>
            </p:cNvPr>
            <p:cNvSpPr/>
            <p:nvPr/>
          </p:nvSpPr>
          <p:spPr>
            <a:xfrm rot="8100000">
              <a:off x="3047090" y="1506466"/>
              <a:ext cx="270000" cy="540000"/>
            </a:xfrm>
            <a:prstGeom prst="ellipse">
              <a:avLst/>
            </a:prstGeom>
            <a:gradFill>
              <a:gsLst>
                <a:gs pos="100000">
                  <a:schemeClr val="bg2">
                    <a:lumMod val="90000"/>
                    <a:lumOff val="10000"/>
                  </a:schemeClr>
                </a:gs>
                <a:gs pos="50000">
                  <a:schemeClr val="bg2">
                    <a:lumMod val="95000"/>
                    <a:lumOff val="5000"/>
                  </a:schemeClr>
                </a:gs>
              </a:gsLst>
              <a:lin ang="5400000" scaled="0"/>
            </a:gra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6BF36-D4F5-4363-B440-BDAE50BBD4B6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2" y="1965095"/>
            <a:ext cx="5435600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C4B946DE-F802-2F36-2789-09D7F8604081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301305" y="1965095"/>
            <a:ext cx="5339397" cy="3995650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99A8AF-0998-4613-B1D8-C14ECBFFD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E44EAA-B8A9-4428-A9DF-1174DA940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E5C381-C899-4BF9-B584-2D78074D1C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965960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BD59-35CC-9BB3-8621-6FA3356F81A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0863" y="560961"/>
            <a:ext cx="11090275" cy="1186560"/>
          </a:xfrm>
        </p:spPr>
        <p:txBody>
          <a:bodyPr anchor="t" anchorCtr="0">
            <a:noAutofit/>
          </a:bodyPr>
          <a:lstStyle>
            <a:lvl1pPr>
              <a:defRPr sz="40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56EB0F-63C8-5F75-A333-3413A9DC6F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DE333-25B4-E092-1CC4-C3D20BA25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AF200-E81F-A326-0EDB-4B93C71D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D12358-51D2-46B3-9BDE-DF29528B9454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C28186-3489-427F-79D0-B78444023624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550861" y="1917064"/>
            <a:ext cx="11090275" cy="4297679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>
              <a:defRPr sz="1800">
                <a:solidFill>
                  <a:schemeClr val="tx1"/>
                </a:solidFill>
              </a:defRPr>
            </a:lvl2pPr>
            <a:lvl3pPr>
              <a:defRPr sz="18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668908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Oval 6">
            <a:extLst>
              <a:ext uri="{FF2B5EF4-FFF2-40B4-BE49-F238E27FC236}">
                <a16:creationId xmlns:a16="http://schemas.microsoft.com/office/drawing/2014/main" id="{E57989ED-9663-5033-AA83-267069FC5C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>
          <a:xfrm>
            <a:off x="5303845" y="5427212"/>
            <a:ext cx="1080000" cy="1080000"/>
          </a:xfrm>
          <a:prstGeom prst="ellipse">
            <a:avLst/>
          </a:prstGeom>
          <a:gradFill flip="none" rotWithShape="1">
            <a:gsLst>
              <a:gs pos="100000">
                <a:schemeClr val="bg2">
                  <a:lumMod val="50000"/>
                  <a:lumOff val="50000"/>
                </a:schemeClr>
              </a:gs>
              <a:gs pos="60000">
                <a:schemeClr val="bg2">
                  <a:lumMod val="100000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  <a:effectLst>
            <a:innerShdw blurRad="254000" dist="127000" dir="2700000">
              <a:schemeClr val="accent1">
                <a:lumMod val="60000"/>
                <a:lumOff val="40000"/>
                <a:alpha val="40000"/>
              </a:schemeClr>
            </a:innerShdw>
            <a:softEdge rad="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A4B040-51E3-4DA0-B21D-EEE173E753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9536" y="549274"/>
            <a:ext cx="5179330" cy="2841829"/>
          </a:xfrm>
        </p:spPr>
        <p:txBody>
          <a:bodyPr vert="horz" wrap="square" lIns="0" tIns="0" rIns="0" bIns="0" rtlCol="0" anchor="b" anchorCtr="0">
            <a:normAutofit/>
          </a:bodyPr>
          <a:lstStyle>
            <a:lvl1pPr>
              <a:defRPr lang="en-US" sz="5400" dirty="0"/>
            </a:lvl1pPr>
          </a:lstStyle>
          <a:p>
            <a:pPr lvl="0">
              <a:lnSpc>
                <a:spcPct val="100000"/>
              </a:lnSpc>
            </a:pPr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2CD90-429B-4A55-B6C8-DD6CE699411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9537" y="3646704"/>
            <a:ext cx="5179330" cy="2706160"/>
          </a:xfrm>
        </p:spPr>
        <p:txBody>
          <a:bodyPr>
            <a:normAutofit/>
          </a:bodyPr>
          <a:lstStyle>
            <a:lvl1pPr marL="0" indent="0">
              <a:spcBef>
                <a:spcPts val="1000"/>
              </a:spcBef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2pPr>
            <a:lvl3pPr marL="9144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3pPr>
            <a:lvl4pPr marL="13716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4pPr>
            <a:lvl5pPr marL="1828800" indent="0">
              <a:spcBef>
                <a:spcPts val="1000"/>
              </a:spcBef>
              <a:buNone/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392876F-0BBD-F80A-DE7F-8831AD3BF353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926138" y="549275"/>
            <a:ext cx="5654675" cy="5788025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icon to insert picture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64E08E8E-10CB-55BC-8AFF-E64C800B9F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94036" y="5610392"/>
            <a:ext cx="667802" cy="631474"/>
            <a:chOff x="10478914" y="1506691"/>
            <a:chExt cx="667802" cy="631474"/>
          </a:xfrm>
        </p:grpSpPr>
        <p:sp>
          <p:nvSpPr>
            <p:cNvPr id="10" name="Freeform: Shape 15">
              <a:extLst>
                <a:ext uri="{FF2B5EF4-FFF2-40B4-BE49-F238E27FC236}">
                  <a16:creationId xmlns:a16="http://schemas.microsoft.com/office/drawing/2014/main" id="{B439260B-AC6B-1C83-1A63-058A7E7EFCC9}"/>
                </a:ext>
              </a:extLst>
            </p:cNvPr>
            <p:cNvSpPr>
              <a:spLocks noChangeAspect="1"/>
            </p:cNvSpPr>
            <p:nvPr/>
          </p:nvSpPr>
          <p:spPr>
            <a:xfrm rot="8100000">
              <a:off x="10606715" y="1506691"/>
              <a:ext cx="540001" cy="631474"/>
            </a:xfrm>
            <a:custGeom>
              <a:avLst/>
              <a:gdLst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0 w 1080000"/>
                <a:gd name="connsiteY9" fmla="*/ 931034 h 1262947"/>
                <a:gd name="connsiteX0" fmla="*/ 540000 w 1080000"/>
                <a:gd name="connsiteY0" fmla="*/ 0 h 1262947"/>
                <a:gd name="connsiteX1" fmla="*/ 1080000 w 1080000"/>
                <a:gd name="connsiteY1" fmla="*/ 931034 h 1262947"/>
                <a:gd name="connsiteX2" fmla="*/ 1064374 w 1080000"/>
                <a:gd name="connsiteY2" fmla="*/ 931034 h 1262947"/>
                <a:gd name="connsiteX3" fmla="*/ 1069029 w 1080000"/>
                <a:gd name="connsiteY3" fmla="*/ 938533 h 1262947"/>
                <a:gd name="connsiteX4" fmla="*/ 1080000 w 1080000"/>
                <a:gd name="connsiteY4" fmla="*/ 992947 h 1262947"/>
                <a:gd name="connsiteX5" fmla="*/ 540000 w 1080000"/>
                <a:gd name="connsiteY5" fmla="*/ 1262947 h 1262947"/>
                <a:gd name="connsiteX6" fmla="*/ 0 w 1080000"/>
                <a:gd name="connsiteY6" fmla="*/ 992947 h 1262947"/>
                <a:gd name="connsiteX7" fmla="*/ 10971 w 1080000"/>
                <a:gd name="connsiteY7" fmla="*/ 938533 h 1262947"/>
                <a:gd name="connsiteX8" fmla="*/ 15626 w 1080000"/>
                <a:gd name="connsiteY8" fmla="*/ 931034 h 1262947"/>
                <a:gd name="connsiteX9" fmla="*/ 540000 w 1080000"/>
                <a:gd name="connsiteY9" fmla="*/ 0 h 1262947"/>
                <a:gd name="connsiteX0" fmla="*/ 540000 w 1080000"/>
                <a:gd name="connsiteY0" fmla="*/ 0 h 1262947"/>
                <a:gd name="connsiteX1" fmla="*/ 1064374 w 1080000"/>
                <a:gd name="connsiteY1" fmla="*/ 931034 h 1262947"/>
                <a:gd name="connsiteX2" fmla="*/ 1069029 w 1080000"/>
                <a:gd name="connsiteY2" fmla="*/ 938533 h 1262947"/>
                <a:gd name="connsiteX3" fmla="*/ 1080000 w 1080000"/>
                <a:gd name="connsiteY3" fmla="*/ 992947 h 1262947"/>
                <a:gd name="connsiteX4" fmla="*/ 540000 w 1080000"/>
                <a:gd name="connsiteY4" fmla="*/ 1262947 h 1262947"/>
                <a:gd name="connsiteX5" fmla="*/ 0 w 1080000"/>
                <a:gd name="connsiteY5" fmla="*/ 992947 h 1262947"/>
                <a:gd name="connsiteX6" fmla="*/ 10971 w 1080000"/>
                <a:gd name="connsiteY6" fmla="*/ 938533 h 1262947"/>
                <a:gd name="connsiteX7" fmla="*/ 15626 w 1080000"/>
                <a:gd name="connsiteY7" fmla="*/ 931034 h 1262947"/>
                <a:gd name="connsiteX8" fmla="*/ 540000 w 1080000"/>
                <a:gd name="connsiteY8" fmla="*/ 0 h 1262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80000" h="1262947">
                  <a:moveTo>
                    <a:pt x="540000" y="0"/>
                  </a:moveTo>
                  <a:lnTo>
                    <a:pt x="1064374" y="931034"/>
                  </a:lnTo>
                  <a:lnTo>
                    <a:pt x="1069029" y="938533"/>
                  </a:lnTo>
                  <a:cubicBezTo>
                    <a:pt x="1076223" y="956109"/>
                    <a:pt x="1080000" y="974307"/>
                    <a:pt x="1080000" y="992947"/>
                  </a:cubicBezTo>
                  <a:cubicBezTo>
                    <a:pt x="1080000" y="1142064"/>
                    <a:pt x="838234" y="1262947"/>
                    <a:pt x="540000" y="1262947"/>
                  </a:cubicBezTo>
                  <a:cubicBezTo>
                    <a:pt x="241766" y="1262947"/>
                    <a:pt x="0" y="1142064"/>
                    <a:pt x="0" y="992947"/>
                  </a:cubicBezTo>
                  <a:cubicBezTo>
                    <a:pt x="0" y="974307"/>
                    <a:pt x="3778" y="956109"/>
                    <a:pt x="10971" y="938533"/>
                  </a:cubicBezTo>
                  <a:lnTo>
                    <a:pt x="15626" y="931034"/>
                  </a:lnTo>
                  <a:lnTo>
                    <a:pt x="540000" y="0"/>
                  </a:lnTo>
                  <a:close/>
                </a:path>
              </a:pathLst>
            </a:custGeom>
            <a:gradFill>
              <a:gsLst>
                <a:gs pos="60000">
                  <a:schemeClr val="bg2">
                    <a:lumMod val="90000"/>
                    <a:lumOff val="10000"/>
                  </a:schemeClr>
                </a:gs>
                <a:gs pos="30000">
                  <a:schemeClr val="bg2">
                    <a:lumMod val="90000"/>
                    <a:lumOff val="10000"/>
                  </a:schemeClr>
                </a:gs>
                <a:gs pos="40000">
                  <a:schemeClr val="bg2">
                    <a:lumMod val="80000"/>
                    <a:lumOff val="20000"/>
                  </a:schemeClr>
                </a:gs>
                <a:gs pos="100000">
                  <a:schemeClr val="bg2"/>
                </a:gs>
              </a:gsLst>
              <a:lin ang="600000" scaled="0"/>
            </a:gradFill>
            <a:ln>
              <a:noFill/>
            </a:ln>
            <a:effectLst>
              <a:innerShdw blurRad="101600" dist="50800" dir="7320000">
                <a:schemeClr val="accent1">
                  <a:lumMod val="60000"/>
                  <a:lumOff val="4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ADD32DC-9BAF-DA32-4E29-A6D403E04377}"/>
                </a:ext>
              </a:extLst>
            </p:cNvPr>
            <p:cNvSpPr/>
            <p:nvPr/>
          </p:nvSpPr>
          <p:spPr>
            <a:xfrm rot="13500000">
              <a:off x="10613915" y="1424627"/>
              <a:ext cx="270000" cy="540001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12700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BDBC526-6DCD-4FF6-8395-D8C22E46E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613998" y="5334748"/>
            <a:ext cx="678135" cy="990000"/>
            <a:chOff x="10490969" y="1448827"/>
            <a:chExt cx="678135" cy="990000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2ECB475-568C-47AC-B16D-2E202DEB2DE0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68976" y="1743588"/>
              <a:ext cx="926985" cy="463493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ffectLst>
              <a:innerShdw blurRad="127000" dist="50800" dir="13500000">
                <a:schemeClr val="accent1">
                  <a:lumMod val="40000"/>
                  <a:lumOff val="60000"/>
                  <a:alpha val="2000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080D8764-525A-441E-B58F-068E82F09714}"/>
                </a:ext>
              </a:extLst>
            </p:cNvPr>
            <p:cNvSpPr/>
            <p:nvPr/>
          </p:nvSpPr>
          <p:spPr>
            <a:xfrm rot="8100000" flipH="1" flipV="1">
              <a:off x="11115555" y="1939340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11196109-6F2B-4738-B2FC-2CCC753AABD4}"/>
                </a:ext>
              </a:extLst>
            </p:cNvPr>
            <p:cNvSpPr/>
            <p:nvPr/>
          </p:nvSpPr>
          <p:spPr>
            <a:xfrm rot="8100000" flipH="1" flipV="1">
              <a:off x="10625042" y="1448827"/>
              <a:ext cx="53549" cy="233295"/>
            </a:xfrm>
            <a:prstGeom prst="ellipse">
              <a:avLst/>
            </a:prstGeom>
            <a:solidFill>
              <a:schemeClr val="bg2">
                <a:lumMod val="90000"/>
                <a:lumOff val="10000"/>
              </a:schemeClr>
            </a:solidFill>
            <a:ln>
              <a:noFill/>
            </a:ln>
            <a:effectLst>
              <a:innerShdw blurRad="63500" dist="2540000">
                <a:schemeClr val="accent1">
                  <a:lumMod val="60000"/>
                  <a:lumOff val="40000"/>
                  <a:alpha val="0"/>
                </a:scheme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7E468C2-69B8-470B-85E3-801A3CB1D7E2}"/>
                </a:ext>
              </a:extLst>
            </p:cNvPr>
            <p:cNvSpPr>
              <a:spLocks noChangeAspect="1"/>
            </p:cNvSpPr>
            <p:nvPr/>
          </p:nvSpPr>
          <p:spPr>
            <a:xfrm rot="2700000" flipH="1" flipV="1">
              <a:off x="10292519" y="1686748"/>
              <a:ext cx="926985" cy="530086"/>
            </a:xfrm>
            <a:custGeom>
              <a:avLst/>
              <a:gdLst>
                <a:gd name="connsiteX0" fmla="*/ 1329373 w 2658746"/>
                <a:gd name="connsiteY0" fmla="*/ 0 h 1329373"/>
                <a:gd name="connsiteX1" fmla="*/ 2658746 w 2658746"/>
                <a:gd name="connsiteY1" fmla="*/ 1329373 h 1329373"/>
                <a:gd name="connsiteX2" fmla="*/ 1994059 w 2658746"/>
                <a:gd name="connsiteY2" fmla="*/ 1329373 h 1329373"/>
                <a:gd name="connsiteX3" fmla="*/ 1329373 w 2658746"/>
                <a:gd name="connsiteY3" fmla="*/ 664687 h 1329373"/>
                <a:gd name="connsiteX4" fmla="*/ 664687 w 2658746"/>
                <a:gd name="connsiteY4" fmla="*/ 1329373 h 1329373"/>
                <a:gd name="connsiteX5" fmla="*/ 0 w 2658746"/>
                <a:gd name="connsiteY5" fmla="*/ 1329373 h 1329373"/>
                <a:gd name="connsiteX6" fmla="*/ 1329373 w 2658746"/>
                <a:gd name="connsiteY6" fmla="*/ 0 h 13293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658746" h="1329373">
                  <a:moveTo>
                    <a:pt x="1329373" y="0"/>
                  </a:moveTo>
                  <a:cubicBezTo>
                    <a:pt x="2063565" y="0"/>
                    <a:pt x="2658746" y="595181"/>
                    <a:pt x="2658746" y="1329373"/>
                  </a:cubicBezTo>
                  <a:lnTo>
                    <a:pt x="1994059" y="1329373"/>
                  </a:lnTo>
                  <a:cubicBezTo>
                    <a:pt x="1994059" y="962277"/>
                    <a:pt x="1696469" y="664687"/>
                    <a:pt x="1329373" y="664687"/>
                  </a:cubicBezTo>
                  <a:cubicBezTo>
                    <a:pt x="962277" y="664687"/>
                    <a:pt x="664687" y="962277"/>
                    <a:pt x="664687" y="1329373"/>
                  </a:cubicBezTo>
                  <a:lnTo>
                    <a:pt x="0" y="1329373"/>
                  </a:lnTo>
                  <a:cubicBezTo>
                    <a:pt x="0" y="595181"/>
                    <a:pt x="595181" y="0"/>
                    <a:pt x="1329373" y="0"/>
                  </a:cubicBezTo>
                  <a:close/>
                </a:path>
              </a:pathLst>
            </a:custGeom>
            <a:solidFill>
              <a:schemeClr val="bg2">
                <a:lumMod val="50000"/>
                <a:lumOff val="50000"/>
                <a:alpha val="20000"/>
              </a:schemeClr>
            </a:solidFill>
            <a:ln>
              <a:noFill/>
            </a:ln>
            <a:effectLst>
              <a:softEdge rad="101600"/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4EE704-5DCA-484E-85E0-0E3A7B1C50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A69B66-1C18-44A2-93F7-97DED26F2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4B5A0-66FA-433A-8DC5-C097C63B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A1B0FB-D917-4C8C-928F-313BD683BF3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0739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8028302-E866-455D-8898-5362302754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550800"/>
            <a:ext cx="11090275" cy="1333057"/>
          </a:xfrm>
          <a:prstGeom prst="rect">
            <a:avLst/>
          </a:prstGeom>
        </p:spPr>
        <p:txBody>
          <a:bodyPr vert="horz" wrap="square" lIns="0" tIns="0" rIns="0" bIns="0" rtlCol="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94E72B-F0CF-4BC4-B509-A1C4508BE4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0863" y="2113862"/>
            <a:ext cx="11091600" cy="3978963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E49D-C22F-4540-AC09-E421D2A2ED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50863" y="6507212"/>
            <a:ext cx="262890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D5C3BE-317E-49E8-82B5-C8A7EC9C8A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359150" y="6507212"/>
            <a:ext cx="6379210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l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574E12-6C16-431F-B2CE-E4B15916BA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48863" y="6507212"/>
            <a:ext cx="1692274" cy="15388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r">
              <a:defRPr sz="1000">
                <a:solidFill>
                  <a:schemeClr val="tx1">
                    <a:alpha val="80000"/>
                  </a:schemeClr>
                </a:solidFill>
              </a:defRPr>
            </a:lvl1pPr>
          </a:lstStyle>
          <a:p>
            <a:fld id="{DBA1B0FB-D917-4C8C-928F-313BD683BF3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205872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1" r:id="rId14"/>
    <p:sldLayoutId id="2147483723" r:id="rId15"/>
    <p:sldLayoutId id="2147483725" r:id="rId16"/>
    <p:sldLayoutId id="2147483726" r:id="rId17"/>
    <p:sldLayoutId id="2147483727" r:id="rId18"/>
    <p:sldLayoutId id="2147483728" r:id="rId1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dirty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spcAft>
          <a:spcPts val="800"/>
        </a:spcAft>
        <a:buFont typeface="Arial" panose="020B0604020202020204" pitchFamily="34" charset="0"/>
        <a:buChar char="•"/>
        <a:defRPr sz="24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spcAft>
          <a:spcPts val="800"/>
        </a:spcAft>
        <a:buFont typeface="Arial" panose="020B0604020202020204" pitchFamily="34" charset="0"/>
        <a:buChar char="•"/>
        <a:defRPr sz="1600" kern="1200">
          <a:solidFill>
            <a:schemeClr val="tx1">
              <a:alpha val="6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2" pos="3840">
          <p15:clr>
            <a:srgbClr val="F26B43"/>
          </p15:clr>
        </p15:guide>
        <p15:guide id="33" orient="horz" pos="2160">
          <p15:clr>
            <a:srgbClr val="F26B43"/>
          </p15:clr>
        </p15:guide>
        <p15:guide id="34" pos="347">
          <p15:clr>
            <a:srgbClr val="F26B43"/>
          </p15:clr>
        </p15:guide>
        <p15:guide id="35" pos="7333">
          <p15:clr>
            <a:srgbClr val="F26B43"/>
          </p15:clr>
        </p15:guide>
        <p15:guide id="36" orient="horz" pos="346">
          <p15:clr>
            <a:srgbClr val="F26B43"/>
          </p15:clr>
        </p15:guide>
        <p15:guide id="37" orient="horz" pos="3974">
          <p15:clr>
            <a:srgbClr val="F26B43"/>
          </p15:clr>
        </p15:guide>
        <p15:guide id="38" pos="824">
          <p15:clr>
            <a:srgbClr val="A4A3A4"/>
          </p15:clr>
        </p15:guide>
        <p15:guide id="39" pos="937">
          <p15:clr>
            <a:srgbClr val="A4A3A4"/>
          </p15:clr>
        </p15:guide>
        <p15:guide id="40" pos="1413">
          <p15:clr>
            <a:srgbClr val="A4A3A4"/>
          </p15:clr>
        </p15:guide>
        <p15:guide id="41" pos="1527">
          <p15:clr>
            <a:srgbClr val="A4A3A4"/>
          </p15:clr>
        </p15:guide>
        <p15:guide id="42" pos="2003">
          <p15:clr>
            <a:srgbClr val="A4A3A4"/>
          </p15:clr>
        </p15:guide>
        <p15:guide id="43" pos="2116">
          <p15:clr>
            <a:srgbClr val="A4A3A4"/>
          </p15:clr>
        </p15:guide>
        <p15:guide id="44" pos="2593">
          <p15:clr>
            <a:srgbClr val="A4A3A4"/>
          </p15:clr>
        </p15:guide>
        <p15:guide id="45" pos="2706">
          <p15:clr>
            <a:srgbClr val="A4A3A4"/>
          </p15:clr>
        </p15:guide>
        <p15:guide id="46" pos="3182">
          <p15:clr>
            <a:srgbClr val="A4A3A4"/>
          </p15:clr>
        </p15:guide>
        <p15:guide id="47" pos="3318">
          <p15:clr>
            <a:srgbClr val="A4A3A4"/>
          </p15:clr>
        </p15:guide>
        <p15:guide id="48" pos="3772">
          <p15:clr>
            <a:srgbClr val="A4A3A4"/>
          </p15:clr>
        </p15:guide>
        <p15:guide id="49" pos="3908">
          <p15:clr>
            <a:srgbClr val="A4A3A4"/>
          </p15:clr>
        </p15:guide>
        <p15:guide id="50" pos="4362">
          <p15:clr>
            <a:srgbClr val="A4A3A4"/>
          </p15:clr>
        </p15:guide>
        <p15:guide id="51" pos="4498">
          <p15:clr>
            <a:srgbClr val="A4A3A4"/>
          </p15:clr>
        </p15:guide>
        <p15:guide id="52" pos="4951">
          <p15:clr>
            <a:srgbClr val="A4A3A4"/>
          </p15:clr>
        </p15:guide>
        <p15:guide id="53" pos="5087">
          <p15:clr>
            <a:srgbClr val="A4A3A4"/>
          </p15:clr>
        </p15:guide>
        <p15:guide id="54" pos="5541">
          <p15:clr>
            <a:srgbClr val="A4A3A4"/>
          </p15:clr>
        </p15:guide>
        <p15:guide id="55" pos="5677">
          <p15:clr>
            <a:srgbClr val="A4A3A4"/>
          </p15:clr>
        </p15:guide>
        <p15:guide id="56" pos="6153">
          <p15:clr>
            <a:srgbClr val="A4A3A4"/>
          </p15:clr>
        </p15:guide>
        <p15:guide id="57" pos="6267">
          <p15:clr>
            <a:srgbClr val="A4A3A4"/>
          </p15:clr>
        </p15:guide>
        <p15:guide id="58" pos="6743">
          <p15:clr>
            <a:srgbClr val="A4A3A4"/>
          </p15:clr>
        </p15:guide>
        <p15:guide id="59" pos="6856">
          <p15:clr>
            <a:srgbClr val="A4A3A4"/>
          </p15:clr>
        </p15:guide>
        <p15:guide id="60" orient="horz" pos="3838">
          <p15:clr>
            <a:srgbClr val="A4A3A4"/>
          </p15:clr>
        </p15:guide>
        <p15:guide id="61" orient="horz" pos="2092">
          <p15:clr>
            <a:srgbClr val="A4A3A4"/>
          </p15:clr>
        </p15:guide>
        <p15:guide id="62" orient="horz" pos="2228">
          <p15:clr>
            <a:srgbClr val="A4A3A4"/>
          </p15:clr>
        </p15:guide>
        <p15:guide id="63" orient="horz" pos="845">
          <p15:clr>
            <a:srgbClr val="A4A3A4"/>
          </p15:clr>
        </p15:guide>
        <p15:guide id="64" orient="horz" pos="958">
          <p15:clr>
            <a:srgbClr val="A4A3A4"/>
          </p15:clr>
        </p15:guide>
        <p15:guide id="65" orient="horz" pos="1480">
          <p15:clr>
            <a:srgbClr val="A4A3A4"/>
          </p15:clr>
        </p15:guide>
        <p15:guide id="66" orient="horz" pos="1593">
          <p15:clr>
            <a:srgbClr val="A4A3A4"/>
          </p15:clr>
        </p15:guide>
        <p15:guide id="67" orient="horz" pos="2727">
          <p15:clr>
            <a:srgbClr val="A4A3A4"/>
          </p15:clr>
        </p15:guide>
        <p15:guide id="68" orient="horz" pos="2840">
          <p15:clr>
            <a:srgbClr val="A4A3A4"/>
          </p15:clr>
        </p15:guide>
        <p15:guide id="69" orient="horz" pos="3339">
          <p15:clr>
            <a:srgbClr val="A4A3A4"/>
          </p15:clr>
        </p15:guide>
        <p15:guide id="70" orient="horz" pos="3475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0047101-8D42-6100-9CEA-AEC0FAEAB606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ctr">
            <a:noAutofit/>
          </a:bodyPr>
          <a:lstStyle/>
          <a:p>
            <a:r>
              <a:rPr lang="en-US" dirty="0"/>
              <a:t>Road Sign Classification using CNN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24E506-2AE9-57F2-CDE9-76C4809FE714}"/>
              </a:ext>
            </a:extLst>
          </p:cNvPr>
          <p:cNvSpPr txBox="1"/>
          <p:nvPr/>
        </p:nvSpPr>
        <p:spPr>
          <a:xfrm>
            <a:off x="9192129" y="5594686"/>
            <a:ext cx="31481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Aswin </a:t>
            </a:r>
            <a:r>
              <a:rPr lang="en-US" dirty="0" err="1"/>
              <a:t>Raj.V.P</a:t>
            </a:r>
            <a:br>
              <a:rPr lang="en-US" dirty="0"/>
            </a:br>
            <a:endParaRPr lang="en-US" dirty="0"/>
          </a:p>
          <a:p>
            <a:r>
              <a:rPr lang="en-US" dirty="0"/>
              <a:t>DA &amp; DS July B5 OL-FN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030920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D5BE93-0252-3CC3-B567-14EC47EB8C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0863" y="483925"/>
            <a:ext cx="11090275" cy="1276050"/>
          </a:xfrm>
        </p:spPr>
        <p:txBody>
          <a:bodyPr/>
          <a:lstStyle/>
          <a:p>
            <a:r>
              <a:rPr lang="en-IN" b="1" dirty="0"/>
              <a:t>Introduction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BCA07C-1908-B1EB-82FA-EC63DAAF4CF4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r>
              <a:rPr lang="en-US" sz="2400" b="1" dirty="0"/>
              <a:t>Objective:</a:t>
            </a:r>
            <a:r>
              <a:rPr lang="en-US" sz="2400" dirty="0"/>
              <a:t> Develop a deep learning model to classify road signs using Convolutional Neural Networks (CNN).</a:t>
            </a:r>
          </a:p>
          <a:p>
            <a:r>
              <a:rPr lang="en-US" sz="2400" b="1" dirty="0"/>
              <a:t>Importance:</a:t>
            </a:r>
            <a:r>
              <a:rPr lang="en-US" sz="2400" dirty="0"/>
              <a:t> Helps in autonomous driving, traffic sign recognition, and improving road safety.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50455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72343A-9CB0-F2AD-EF62-5DEE3E97F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 Details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6744DD-5BC8-42C8-4313-13CE95ED57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Images:</a:t>
            </a:r>
            <a:r>
              <a:rPr lang="en-US" sz="2400" dirty="0"/>
              <a:t> Road sign images for classification.</a:t>
            </a:r>
          </a:p>
          <a:p>
            <a:pPr lvl="1"/>
            <a:r>
              <a:rPr lang="en-US" sz="1800" dirty="0"/>
              <a:t>DATA folder - 743</a:t>
            </a:r>
          </a:p>
          <a:p>
            <a:pPr lvl="1"/>
            <a:r>
              <a:rPr lang="en-US" sz="1800" dirty="0"/>
              <a:t>TEST folder - 285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/>
              <a:t>Classes:</a:t>
            </a:r>
            <a:r>
              <a:rPr lang="en-US" sz="2400" dirty="0"/>
              <a:t> 30 categories (e.g., Speed Limit, No Entry, Stop Sign).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/>
              <a:t>Lebals</a:t>
            </a:r>
            <a:r>
              <a:rPr lang="en-US" sz="2400" dirty="0"/>
              <a:t> (CSV file) : Labels </a:t>
            </a:r>
            <a:r>
              <a:rPr lang="en-US" sz="2400" dirty="0" err="1"/>
              <a:t>classid</a:t>
            </a:r>
            <a:r>
              <a:rPr lang="en-US" sz="2400" dirty="0"/>
              <a:t> and names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E983894-7412-2C34-3EE2-CA716040DC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30656" y="639784"/>
            <a:ext cx="3346474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8417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Data Preprocessing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5A673B3-D100-7859-E3D7-3F6E32FE06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2" y="2097175"/>
            <a:ext cx="8581106" cy="3995650"/>
          </a:xfrm>
        </p:spPr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Extracting images and labels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Resizing Images: Standardized to 64x64 pixels.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Normalization: Pixel values scaled between 0-1.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Label Encoding: Converted labels to integers/one-hot vectors.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Data Augmentation: Applied rotation, flipping, scaling, and cropping to improve model generalization.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2400" dirty="0"/>
              <a:t>Splitting the data into training, validation and test data.</a:t>
            </a:r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330188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76CC09F-7383-3A4C-555C-35DA0BB4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CNN Architecture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BE7E655-DBBE-1E38-D543-EB34028F2F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2097175"/>
            <a:ext cx="10060991" cy="3995650"/>
          </a:xfrm>
        </p:spPr>
        <p:txBody>
          <a:bodyPr>
            <a:normAutofit/>
          </a:bodyPr>
          <a:lstStyle/>
          <a:p>
            <a:pPr>
              <a:buFont typeface="+mj-lt"/>
              <a:buAutoNum type="arabicPeriod"/>
            </a:pPr>
            <a:r>
              <a:rPr lang="en-US" sz="2400" b="1" dirty="0"/>
              <a:t>Input Layer:</a:t>
            </a:r>
            <a:r>
              <a:rPr lang="en-US" sz="2400" dirty="0"/>
              <a:t> 64x64x3 RGB Image.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Convolutional Layers:</a:t>
            </a:r>
            <a:r>
              <a:rPr lang="en-US" sz="2400" dirty="0"/>
              <a:t> Extract features from images.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Pooling Layers:</a:t>
            </a:r>
            <a:r>
              <a:rPr lang="en-US" sz="2400" dirty="0"/>
              <a:t> </a:t>
            </a:r>
            <a:r>
              <a:rPr lang="en-US" sz="2400" dirty="0" err="1"/>
              <a:t>Downsample</a:t>
            </a:r>
            <a:r>
              <a:rPr lang="en-US" sz="2400" dirty="0"/>
              <a:t> feature maps.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Fully Connected Layers:</a:t>
            </a:r>
            <a:r>
              <a:rPr lang="en-US" sz="2400" dirty="0"/>
              <a:t> Dense layers for classification.</a:t>
            </a:r>
          </a:p>
          <a:p>
            <a:pPr>
              <a:buFont typeface="+mj-lt"/>
              <a:buAutoNum type="arabicPeriod"/>
            </a:pPr>
            <a:r>
              <a:rPr lang="en-US" sz="2400" b="1" dirty="0"/>
              <a:t>Activation Functions:</a:t>
            </a:r>
            <a:r>
              <a:rPr lang="en-US" sz="2400" dirty="0"/>
              <a:t> </a:t>
            </a:r>
            <a:r>
              <a:rPr lang="en-US" sz="2400" dirty="0" err="1"/>
              <a:t>ReLU</a:t>
            </a:r>
            <a:r>
              <a:rPr lang="en-US" sz="2400" dirty="0"/>
              <a:t> (hidden layers), </a:t>
            </a:r>
            <a:r>
              <a:rPr lang="en-US" sz="2400" dirty="0" err="1"/>
              <a:t>Softmax</a:t>
            </a:r>
            <a:r>
              <a:rPr lang="en-US" sz="2400" dirty="0"/>
              <a:t> (output layer). </a:t>
            </a:r>
          </a:p>
        </p:txBody>
      </p:sp>
    </p:spTree>
    <p:extLst>
      <p:ext uri="{BB962C8B-B14F-4D97-AF65-F5344CB8AC3E}">
        <p14:creationId xmlns:p14="http://schemas.microsoft.com/office/powerpoint/2010/main" val="33534607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45968-70F7-0180-6448-3547E442EF4A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t">
            <a:noAutofit/>
          </a:bodyPr>
          <a:lstStyle/>
          <a:p>
            <a:r>
              <a:rPr lang="en-IN" b="1" dirty="0"/>
              <a:t>Model Training</a:t>
            </a:r>
            <a:endParaRPr lang="en-IN" dirty="0"/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E4BDD48-97C5-08EA-189E-0B28FC963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DFA3B316-2192-8025-359D-74B7C7EDD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D4BD3FDD-74FB-D91A-1BFF-09601C208D2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827504" y="1688573"/>
            <a:ext cx="6192721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Optimizer Used: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Adam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Loss Function: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Categorical Cross-Entropy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Training Strategy: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Batch Size = 32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Epochs = </a:t>
            </a:r>
            <a:r>
              <a:rPr lang="en-US" altLang="en-US" sz="2400" dirty="0">
                <a:latin typeface="Arial" panose="020B0604020202020204" pitchFamily="34" charset="0"/>
              </a:rPr>
              <a:t>20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Stopping : </a:t>
            </a:r>
            <a:r>
              <a:rPr lang="en-IN" sz="2800" dirty="0"/>
              <a:t>prevent overfitting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440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030A76-B788-B363-104E-266B7C7F7208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lIns="0">
            <a:normAutofit/>
          </a:bodyPr>
          <a:lstStyle/>
          <a:p>
            <a:r>
              <a:rPr lang="en-IN" sz="4800" dirty="0"/>
              <a:t>Model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948542-FCE1-3AE6-C6C9-17975609D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noFill/>
        </p:spPr>
        <p:txBody>
          <a:bodyPr vert="horz" lIns="0" tIns="45720" rIns="91440" bIns="45720" rtlCol="0" anchor="t">
            <a:norm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/>
            <a:endParaRPr lang="en-US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90055468-3113-E1C8-8661-EE40DBDC6E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15875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BB6DDB21-F351-307C-E8A0-5A5E21313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875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69FC652-3F0C-BD23-88EF-A7E04BC2AC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08827" y="1382129"/>
            <a:ext cx="10794399" cy="5068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679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12D51A-E939-37C6-9230-A1B53DA49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 Results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569E038-CF77-484A-E6E8-A0B850A6344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226377" y="263336"/>
            <a:ext cx="2625085" cy="2683538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C3F842F-E879-56F2-B2E0-DD019E680B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24924" y="2297241"/>
            <a:ext cx="4168877" cy="340064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2B45AC-A694-4EF4-3F56-461C21506A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923" y="2946874"/>
            <a:ext cx="6118266" cy="34992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7232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23FFD-9F76-4C30-F209-CF806F52D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Future Enhancements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82E4CA-1C85-D288-775B-1D98DE40D65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861" y="1702180"/>
            <a:ext cx="11090275" cy="4727447"/>
          </a:xfrm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Expand dataset with more diverse images.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Implement Transfer Learning (e.g.,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VGG16).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Deploy model in mobile apps or embedded systems.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 real-time classification with optimized models.</a:t>
            </a:r>
          </a:p>
          <a:p>
            <a:endParaRPr lang="en-IN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DB4EA81-797C-D315-17B9-8C4CBA82E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794"/>
            <a:ext cx="12192000" cy="17463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prstDash val="solid"/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86834AC-A2FB-DC82-ADA7-84D223367B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6985"/>
            <a:ext cx="12192000" cy="5029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21412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B9FFC-FCB1-334F-FEBE-CA38E5932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Conclusion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6EFAF5-2492-CA30-9156-DC52DA7549EB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Summary:</a:t>
            </a:r>
            <a:r>
              <a:rPr lang="en-US" dirty="0"/>
              <a:t> Successfully built and evaluated a CNN model for road sign classification.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Key Takeaways: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CNNs effectively classify road signs.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Data preprocessing and augmentation improve performance.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Hyperparameter tuning optimizes accuracy.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042969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AC361-0D7A-DC05-86B5-6DD77D322F5B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</p:spPr>
        <p:txBody>
          <a:bodyPr anchor="b">
            <a:normAutofit/>
          </a:bodyPr>
          <a:lstStyle/>
          <a:p>
            <a:r>
              <a:rPr lang="en-US" dirty="0"/>
              <a:t>Thank you</a:t>
            </a:r>
          </a:p>
        </p:txBody>
      </p:sp>
      <p:pic>
        <p:nvPicPr>
          <p:cNvPr id="25" name="Picture Placeholder 24" descr="A close-up of a network">
            <a:extLst>
              <a:ext uri="{FF2B5EF4-FFF2-40B4-BE49-F238E27FC236}">
                <a16:creationId xmlns:a16="http://schemas.microsoft.com/office/drawing/2014/main" id="{41A1C574-72C6-642F-E4D2-FF0C993AEF78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b="1"/>
          <a:stretch/>
        </p:blipFill>
        <p:spPr/>
      </p:pic>
    </p:spTree>
    <p:extLst>
      <p:ext uri="{BB962C8B-B14F-4D97-AF65-F5344CB8AC3E}">
        <p14:creationId xmlns:p14="http://schemas.microsoft.com/office/powerpoint/2010/main" val="2547630249"/>
      </p:ext>
    </p:extLst>
  </p:cSld>
  <p:clrMapOvr>
    <a:masterClrMapping/>
  </p:clrMapOvr>
</p:sld>
</file>

<file path=ppt/theme/theme1.xml><?xml version="1.0" encoding="utf-8"?>
<a:theme xmlns:a="http://schemas.openxmlformats.org/drawingml/2006/main" name="3DFloatVTI">
  <a:themeElements>
    <a:clrScheme name="Float">
      <a:dk1>
        <a:sysClr val="windowText" lastClr="000000"/>
      </a:dk1>
      <a:lt1>
        <a:sysClr val="window" lastClr="FFFFFF"/>
      </a:lt1>
      <a:dk2>
        <a:srgbClr val="1B192E"/>
      </a:dk2>
      <a:lt2>
        <a:srgbClr val="EAE5EB"/>
      </a:lt2>
      <a:accent1>
        <a:srgbClr val="13BE89"/>
      </a:accent1>
      <a:accent2>
        <a:srgbClr val="12B1BF"/>
      </a:accent2>
      <a:accent3>
        <a:srgbClr val="D40AA8"/>
      </a:accent3>
      <a:accent4>
        <a:srgbClr val="B86E62"/>
      </a:accent4>
      <a:accent5>
        <a:srgbClr val="A3A3C1"/>
      </a:accent5>
      <a:accent6>
        <a:srgbClr val="37335B"/>
      </a:accent6>
      <a:hlink>
        <a:srgbClr val="0066FF"/>
      </a:hlink>
      <a:folHlink>
        <a:srgbClr val="666699"/>
      </a:folHlink>
    </a:clrScheme>
    <a:fontScheme name="Float">
      <a:majorFont>
        <a:latin typeface="Walbaum Display"/>
        <a:ea typeface=""/>
        <a:cs typeface=""/>
      </a:majorFont>
      <a:minorFont>
        <a:latin typeface="Gill Sans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3DFloatVTI" id="{F59BA300-ED19-4B39-9AE3-7882B1DE8B78}" vid="{0FEC63E3-719F-4F50-9F1E-5B8BAF39109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97783A8-901D-4F73-81D7-AA6841BEB3D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F342EE1-43E5-4AFB-895D-B61B9656DC14}">
  <ds:schemaRefs>
    <ds:schemaRef ds:uri="http://schemas.microsoft.com/office/2006/documentManagement/types"/>
    <ds:schemaRef ds:uri="http://schemas.microsoft.com/sharepoint/v3"/>
    <ds:schemaRef ds:uri="http://purl.org/dc/dcmitype/"/>
    <ds:schemaRef ds:uri="http://purl.org/dc/elements/1.1/"/>
    <ds:schemaRef ds:uri="http://purl.org/dc/terms/"/>
    <ds:schemaRef ds:uri="http://schemas.microsoft.com/office/infopath/2007/PartnerControls"/>
    <ds:schemaRef ds:uri="http://schemas.microsoft.com/office/2006/metadata/properties"/>
    <ds:schemaRef ds:uri="http://www.w3.org/XML/1998/namespace"/>
    <ds:schemaRef ds:uri="http://schemas.openxmlformats.org/package/2006/metadata/core-properties"/>
    <ds:schemaRef ds:uri="230e9df3-be65-4c73-a93b-d1236ebd677e"/>
    <ds:schemaRef ds:uri="16c05727-aa75-4e4a-9b5f-8a80a1165891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2F49CD38-5B57-4682-9FCE-B9174068D0A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3D float design</Template>
  <TotalTime>447</TotalTime>
  <Words>317</Words>
  <Application>Microsoft Office PowerPoint</Application>
  <PresentationFormat>Widescreen</PresentationFormat>
  <Paragraphs>51</Paragraphs>
  <Slides>11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Gill Sans MT</vt:lpstr>
      <vt:lpstr>Walbaum Display</vt:lpstr>
      <vt:lpstr>3DFloatVTI</vt:lpstr>
      <vt:lpstr>Road Sign Classification using CNN</vt:lpstr>
      <vt:lpstr>Introduction</vt:lpstr>
      <vt:lpstr>Data  Details</vt:lpstr>
      <vt:lpstr>Data Preprocessing</vt:lpstr>
      <vt:lpstr>CNN Architecture</vt:lpstr>
      <vt:lpstr>Model Training</vt:lpstr>
      <vt:lpstr>Model Performance</vt:lpstr>
      <vt:lpstr>Test Results</vt:lpstr>
      <vt:lpstr>Future Enhancements </vt:lpstr>
      <vt:lpstr>Conclusion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Aswin_Raj V.P</dc:creator>
  <cp:lastModifiedBy>Aswin_Raj V.P</cp:lastModifiedBy>
  <cp:revision>1</cp:revision>
  <dcterms:created xsi:type="dcterms:W3CDTF">2025-04-01T02:55:26Z</dcterms:created>
  <dcterms:modified xsi:type="dcterms:W3CDTF">2025-04-07T05:51:34Z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